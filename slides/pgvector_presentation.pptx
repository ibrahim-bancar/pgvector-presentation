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13" r:id="rId4"/>
  </p:sldMasterIdLst>
  <p:notesMasterIdLst>
    <p:notesMasterId r:id="rId14"/>
  </p:notesMasterIdLst>
  <p:handoutMasterIdLst>
    <p:handoutMasterId r:id="rId15"/>
  </p:handoutMasterIdLst>
  <p:sldIdLst>
    <p:sldId id="487" r:id="rId5"/>
    <p:sldId id="489" r:id="rId6"/>
    <p:sldId id="488" r:id="rId7"/>
    <p:sldId id="490" r:id="rId8"/>
    <p:sldId id="491" r:id="rId9"/>
    <p:sldId id="492" r:id="rId10"/>
    <p:sldId id="493" r:id="rId11"/>
    <p:sldId id="494" r:id="rId12"/>
    <p:sldId id="49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10E4221-6F06-64E5-5214-772388C857B5}" name="Elizabeth Feldbruegge (ALLEGIS GROUP HOLDINGS INC)" initials="EF(GHI" userId="S::v-felizabeth@microsoft.com::ba5aea11-28e4-484d-8e49-c15efb1bd2e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DACFC"/>
    <a:srgbClr val="000000"/>
    <a:srgbClr val="FFFFFF"/>
    <a:srgbClr val="37FFF1"/>
    <a:srgbClr val="0B0C12"/>
    <a:srgbClr val="0E0F17"/>
    <a:srgbClr val="020621"/>
    <a:srgbClr val="1313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D72D61-3966-2398-B924-7860E9FA4D6B}" v="644" dt="2026-04-14T14:29:38.3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0"/>
    <p:restoredTop sz="94630"/>
  </p:normalViewPr>
  <p:slideViewPr>
    <p:cSldViewPr snapToGrid="0">
      <p:cViewPr>
        <p:scale>
          <a:sx n="100" d="100"/>
          <a:sy n="100" d="100"/>
        </p:scale>
        <p:origin x="-82" y="2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092E33C-8E56-15D7-91D9-0C9D51898F3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84E5C4-3075-2128-3C95-66CDB0C1F39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2C14BC-9E0B-417D-A4B6-D3A52302FEC1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0EDE216-B0E2-6179-F0CB-DA746C5A105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E76486-0E2A-27D1-56AC-57AF7869110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D3A4AD-A02B-4727-AB32-0630F343D8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32485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7FB986-3F20-4AE6-9D44-118BB6C2AE02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E59575-30D1-4661-8D21-5CF1396340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956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4884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282"/>
            <a:ext cx="9830017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0EE6BAA-0080-49BB-A5F6-D96B22DFE410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2011680"/>
            <a:ext cx="11402568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14132CA-3777-075A-ECC4-B9DEFA9B3CEB}"/>
              </a:ext>
            </a:extLst>
          </p:cNvPr>
          <p:cNvCxnSpPr>
            <a:cxnSpLocks/>
          </p:cNvCxnSpPr>
          <p:nvPr/>
        </p:nvCxnSpPr>
        <p:spPr>
          <a:xfrm flipH="1">
            <a:off x="394716" y="170483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87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 l="1" r="-18789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D95CC36-AD95-97AF-0B3C-4CA25FF54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71046"/>
            <a:ext cx="12188952" cy="3186953"/>
          </a:xfrm>
          <a:gradFill>
            <a:gsLst>
              <a:gs pos="56000">
                <a:schemeClr val="bg2">
                  <a:alpha val="71000"/>
                </a:schemeClr>
              </a:gs>
              <a:gs pos="82000">
                <a:schemeClr val="bg2"/>
              </a:gs>
              <a:gs pos="16000">
                <a:schemeClr val="accent4">
                  <a:alpha val="0"/>
                </a:schemeClr>
              </a:gs>
            </a:gsLst>
            <a:lin ang="5400000" scaled="0"/>
          </a:gradFill>
        </p:spPr>
        <p:txBody>
          <a:bodyPr lIns="365760" tIns="91440" rIns="457200" bIns="1005840"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E3BCE92C-E876-D640-79C7-9E2EE54A75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5770529"/>
            <a:ext cx="12192000" cy="1087471"/>
          </a:xfrm>
          <a:gradFill>
            <a:gsLst>
              <a:gs pos="29000">
                <a:schemeClr val="bg2">
                  <a:alpha val="0"/>
                </a:schemeClr>
              </a:gs>
              <a:gs pos="47000">
                <a:schemeClr val="accent4">
                  <a:lumMod val="50000"/>
                  <a:alpha val="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5160000" scaled="0"/>
          </a:gradFill>
        </p:spPr>
        <p:txBody>
          <a:bodyPr vert="horz" lIns="393192" tIns="457200" rIns="274320" bIns="731520" rtlCol="0" anchor="b">
            <a:no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1752" y="210312"/>
            <a:ext cx="3447355" cy="365760"/>
          </a:xfrm>
        </p:spPr>
        <p:txBody>
          <a:bodyPr/>
          <a:lstStyle/>
          <a:p>
            <a:fld id="{21560963-1EEA-4BDE-8FF9-3FEE13B5D43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093201" y="210312"/>
            <a:ext cx="21813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8687" y="210312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8820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3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blipFill>
            <a:blip r:embed="rId2">
              <a:alphaModFix amt="70000"/>
            </a:blip>
            <a:stretch>
              <a:fillRect l="-2" t="-1" b="-19091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D35AE1E4-9BA4-415B-370F-31BCBBC952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-1"/>
            <a:ext cx="6096000" cy="6857999"/>
          </a:xfrm>
          <a:gradFill>
            <a:gsLst>
              <a:gs pos="100000">
                <a:schemeClr val="bg2">
                  <a:alpha val="90000"/>
                </a:schemeClr>
              </a:gs>
              <a:gs pos="34000">
                <a:srgbClr val="061F7B">
                  <a:alpha val="5000"/>
                  <a:lumMod val="74000"/>
                </a:srgbClr>
              </a:gs>
              <a:gs pos="15000">
                <a:schemeClr val="accent1">
                  <a:lumMod val="75000"/>
                  <a:alpha val="0"/>
                </a:schemeClr>
              </a:gs>
            </a:gsLst>
            <a:lin ang="600000" scaled="0"/>
          </a:gradFill>
          <a:ln>
            <a:solidFill>
              <a:schemeClr val="tx1"/>
            </a:solidFill>
          </a:ln>
        </p:spPr>
        <p:txBody>
          <a:bodyPr lIns="1600200" tIns="822960" rIns="274320" bIns="457200" anchor="t"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D54B625A-114F-C2DE-F195-EF26EC0526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2306" y="4231338"/>
            <a:ext cx="7189694" cy="2626661"/>
          </a:xfrm>
          <a:gradFill>
            <a:gsLst>
              <a:gs pos="63000">
                <a:schemeClr val="accent5">
                  <a:lumMod val="75000"/>
                  <a:alpha val="0"/>
                </a:schemeClr>
              </a:gs>
              <a:gs pos="100000">
                <a:schemeClr val="accent3">
                  <a:lumMod val="60000"/>
                  <a:lumOff val="40000"/>
                  <a:alpha val="69000"/>
                </a:schemeClr>
              </a:gs>
              <a:gs pos="13000">
                <a:schemeClr val="bg2">
                  <a:alpha val="0"/>
                </a:schemeClr>
              </a:gs>
            </a:gsLst>
            <a:lin ang="4200000" scaled="0"/>
          </a:gradFill>
        </p:spPr>
        <p:txBody>
          <a:bodyPr vert="horz" lIns="2743200" tIns="640080" rIns="45720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7620000" y="210312"/>
            <a:ext cx="1473201" cy="365760"/>
          </a:xfrm>
        </p:spPr>
        <p:txBody>
          <a:bodyPr/>
          <a:lstStyle/>
          <a:p>
            <a:fld id="{21560963-1EEA-4BDE-8FF9-3FEE13B5D43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164921" y="210312"/>
            <a:ext cx="21813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47711" y="210312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8641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69146C6-F597-C006-1822-297853281771}"/>
              </a:ext>
            </a:extLst>
          </p:cNvPr>
          <p:cNvSpPr/>
          <p:nvPr/>
        </p:nvSpPr>
        <p:spPr>
          <a:xfrm rot="16200000" flipH="1">
            <a:off x="1300007" y="3732960"/>
            <a:ext cx="1825034" cy="4425045"/>
          </a:xfrm>
          <a:prstGeom prst="rect">
            <a:avLst/>
          </a:prstGeom>
          <a:gradFill flip="none" rotWithShape="1">
            <a:gsLst>
              <a:gs pos="56000">
                <a:schemeClr val="bg1">
                  <a:alpha val="0"/>
                </a:schemeClr>
              </a:gs>
              <a:gs pos="100000">
                <a:schemeClr val="accent6">
                  <a:alpha val="7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08893D-F42F-F8AC-E751-618878BDB5EE}"/>
              </a:ext>
            </a:extLst>
          </p:cNvPr>
          <p:cNvSpPr/>
          <p:nvPr/>
        </p:nvSpPr>
        <p:spPr>
          <a:xfrm rot="10800000">
            <a:off x="0" y="-4"/>
            <a:ext cx="4572000" cy="1825033"/>
          </a:xfrm>
          <a:prstGeom prst="rect">
            <a:avLst/>
          </a:prstGeom>
          <a:gradFill>
            <a:gsLst>
              <a:gs pos="61000">
                <a:schemeClr val="bg2">
                  <a:alpha val="0"/>
                </a:schemeClr>
              </a:gs>
              <a:gs pos="100000">
                <a:schemeClr val="accent1">
                  <a:lumMod val="75000"/>
                  <a:alpha val="85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7268A13E-E2FC-935E-9D1B-2CA406D562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722" y="906109"/>
            <a:ext cx="3620078" cy="344517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51C95713-168A-6692-3C97-A85B41C1AA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722" y="5473037"/>
            <a:ext cx="3521018" cy="880873"/>
          </a:xfrm>
          <a:noFill/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30B7E9-D8D3-BC56-A758-6C86B58C0AC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68722" y="210114"/>
            <a:ext cx="2360128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FF974-138E-88CF-9001-1A07C67D1DF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645216" y="210114"/>
            <a:ext cx="1005840" cy="365760"/>
          </a:xfrm>
        </p:spPr>
        <p:txBody>
          <a:bodyPr/>
          <a:lstStyle/>
          <a:p>
            <a:fld id="{BCA7961A-B010-49E0-A3F6-1ED7ACF29013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DA7CD4-7B92-1CD1-A9F0-94B053972CA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60180" y="210114"/>
            <a:ext cx="495299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572000" y="0"/>
            <a:ext cx="76200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261568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A8D131-CBCA-5C49-BC11-F46A79A7B14C}"/>
              </a:ext>
            </a:extLst>
          </p:cNvPr>
          <p:cNvSpPr/>
          <p:nvPr/>
        </p:nvSpPr>
        <p:spPr>
          <a:xfrm rot="16200000" flipH="1">
            <a:off x="376872" y="-386654"/>
            <a:ext cx="6858000" cy="7631304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75000"/>
                </a:schemeClr>
              </a:gs>
              <a:gs pos="35000">
                <a:schemeClr val="accent5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4BBC73-2B54-D426-37D1-91554AB6280D}"/>
              </a:ext>
            </a:extLst>
          </p:cNvPr>
          <p:cNvSpPr/>
          <p:nvPr/>
        </p:nvSpPr>
        <p:spPr>
          <a:xfrm rot="5400000">
            <a:off x="4174854" y="-1144323"/>
            <a:ext cx="3842298" cy="12191994"/>
          </a:xfrm>
          <a:prstGeom prst="rect">
            <a:avLst/>
          </a:prstGeom>
          <a:gradFill>
            <a:gsLst>
              <a:gs pos="0">
                <a:schemeClr val="accent3">
                  <a:lumMod val="50000"/>
                </a:schemeClr>
              </a:gs>
              <a:gs pos="48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267C95-ECBD-88E5-88AE-67841646F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2756015" y="0"/>
            <a:ext cx="4875297" cy="6850173"/>
          </a:xfrm>
          <a:prstGeom prst="rect">
            <a:avLst/>
          </a:prstGeom>
          <a:gradFill flip="none" rotWithShape="1">
            <a:gsLst>
              <a:gs pos="19000">
                <a:schemeClr val="bg2"/>
              </a:gs>
              <a:gs pos="49000">
                <a:schemeClr val="accent6"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AC3C9A42-36FA-B347-AD02-B9A12C8D9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2779" y="1135378"/>
            <a:ext cx="5676921" cy="2163626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E1DB729E-19D6-E1D5-DB31-89E9DF5D40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2" y="4774541"/>
            <a:ext cx="4875296" cy="1591058"/>
          </a:xfrm>
          <a:noFill/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98245A6-7E39-43E3-BB93-77F62275606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01752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00431E1F-9861-6E9A-6FDA-9450A0A9109C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617720" y="210114"/>
            <a:ext cx="2153412" cy="365760"/>
          </a:xfrm>
        </p:spPr>
        <p:txBody>
          <a:bodyPr/>
          <a:lstStyle/>
          <a:p>
            <a:fld id="{9458DF63-6CB9-404F-8464-DF813E7A7B12}" type="datetime1">
              <a:rPr lang="en-US" smtClean="0"/>
              <a:t>4/14/2026</a:t>
            </a:fld>
            <a:endParaRPr lang="en-US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43C4D8A9-0078-62DC-A293-9B6083ED649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6688836" y="210114"/>
            <a:ext cx="493776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21524" y="0"/>
            <a:ext cx="4570476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B3541FD-375E-9F25-9D6E-2C93D6A17135}"/>
              </a:ext>
            </a:extLst>
          </p:cNvPr>
          <p:cNvCxnSpPr>
            <a:cxnSpLocks/>
          </p:cNvCxnSpPr>
          <p:nvPr userDrawn="1"/>
        </p:nvCxnSpPr>
        <p:spPr>
          <a:xfrm flipH="1">
            <a:off x="398166" y="762000"/>
            <a:ext cx="669969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798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866C36F6-3968-40FA-37EA-155D2BE42AD1}"/>
              </a:ext>
            </a:extLst>
          </p:cNvPr>
          <p:cNvSpPr/>
          <p:nvPr/>
        </p:nvSpPr>
        <p:spPr>
          <a:xfrm>
            <a:off x="-2754" y="5254619"/>
            <a:ext cx="12188952" cy="1603381"/>
          </a:xfrm>
          <a:prstGeom prst="rect">
            <a:avLst/>
          </a:prstGeom>
          <a:gradFill>
            <a:gsLst>
              <a:gs pos="62000">
                <a:schemeClr val="accent6">
                  <a:lumMod val="50000"/>
                  <a:alpha val="0"/>
                </a:schemeClr>
              </a:gs>
              <a:gs pos="100000">
                <a:schemeClr val="accent4">
                  <a:alpha val="8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B63A348-0551-47A0-DA50-F560E4EC6794}"/>
              </a:ext>
            </a:extLst>
          </p:cNvPr>
          <p:cNvSpPr/>
          <p:nvPr/>
        </p:nvSpPr>
        <p:spPr>
          <a:xfrm>
            <a:off x="1430867" y="4492679"/>
            <a:ext cx="10758085" cy="2365320"/>
          </a:xfrm>
          <a:prstGeom prst="rect">
            <a:avLst/>
          </a:prstGeom>
          <a:gradFill>
            <a:gsLst>
              <a:gs pos="71000">
                <a:schemeClr val="accent1">
                  <a:lumMod val="50000"/>
                  <a:alpha val="0"/>
                </a:schemeClr>
              </a:gs>
              <a:gs pos="99000">
                <a:schemeClr val="accent3">
                  <a:lumMod val="60000"/>
                  <a:lumOff val="40000"/>
                  <a:alpha val="4000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EE9334A-B58A-1191-419B-686185B0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5216448"/>
            <a:ext cx="7627857" cy="139484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5AC1EE1-879A-DD62-9DEE-9EDB54468E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83509" y="5216447"/>
            <a:ext cx="2738340" cy="1394844"/>
          </a:xfrm>
          <a:noFill/>
        </p:spPr>
        <p:txBody>
          <a:bodyPr vert="horz" lIns="91440" tIns="45720" rIns="91440" bIns="45720" rtlCol="0" anchor="b">
            <a:no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3936570"/>
          </a:xfrm>
          <a:blipFill>
            <a:blip r:embed="rId2">
              <a:alphaModFix amt="70000"/>
            </a:blip>
            <a:stretch>
              <a:fillRect t="-14126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1752" y="4154963"/>
            <a:ext cx="3447355" cy="365760"/>
          </a:xfrm>
        </p:spPr>
        <p:txBody>
          <a:bodyPr/>
          <a:lstStyle/>
          <a:p>
            <a:fld id="{21560963-1EEA-4BDE-8FF9-3FEE13B5D43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9093201" y="4154963"/>
            <a:ext cx="21813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452503" y="4154963"/>
            <a:ext cx="44880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2066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5C02513-E6E5-DFFD-29B1-02BE448BAD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483189" y="0"/>
            <a:ext cx="9708811" cy="6859553"/>
          </a:xfrm>
          <a:prstGeom prst="rect">
            <a:avLst/>
          </a:prstGeom>
          <a:gradFill flip="none" rotWithShape="1">
            <a:gsLst>
              <a:gs pos="9000">
                <a:schemeClr val="accent1">
                  <a:lumMod val="75000"/>
                </a:schemeClr>
              </a:gs>
              <a:gs pos="54000">
                <a:schemeClr val="bg2">
                  <a:alpha val="0"/>
                </a:schemeClr>
              </a:gs>
            </a:gsLst>
            <a:lin ang="13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F31A197-F740-DCA2-902E-29B890C314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rot="10800000">
            <a:off x="398166" y="2201332"/>
            <a:ext cx="11793834" cy="4656665"/>
          </a:xfrm>
          <a:prstGeom prst="rect">
            <a:avLst/>
          </a:prstGeom>
          <a:gradFill>
            <a:gsLst>
              <a:gs pos="0">
                <a:schemeClr val="accent2"/>
              </a:gs>
              <a:gs pos="36000">
                <a:schemeClr val="accent1">
                  <a:lumMod val="50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6801FB-115C-F074-E428-F4A4A588BC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17000">
                <a:schemeClr val="accent3">
                  <a:lumMod val="60000"/>
                  <a:lumOff val="40000"/>
                  <a:alpha val="51000"/>
                </a:schemeClr>
              </a:gs>
              <a:gs pos="44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CE9BCB7-0B84-78EB-474B-9077DE024658}"/>
              </a:ext>
            </a:extLst>
          </p:cNvPr>
          <p:cNvCxnSpPr>
            <a:cxnSpLocks/>
          </p:cNvCxnSpPr>
          <p:nvPr/>
        </p:nvCxnSpPr>
        <p:spPr>
          <a:xfrm flipH="1">
            <a:off x="358140" y="5174874"/>
            <a:ext cx="11475720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itle 9">
            <a:extLst>
              <a:ext uri="{FF2B5EF4-FFF2-40B4-BE49-F238E27FC236}">
                <a16:creationId xmlns:a16="http://schemas.microsoft.com/office/drawing/2014/main" id="{B7CA771C-C0DC-4CE5-6507-04B80A7BF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388704"/>
            <a:ext cx="9509760" cy="4297679"/>
          </a:xfrm>
        </p:spPr>
        <p:txBody>
          <a:bodyPr anchor="t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1CA59141-B447-02B6-2167-E19939B6D5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486399"/>
            <a:ext cx="6951553" cy="726128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96BEF7-236A-87FA-F0D9-F4515D8135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304985"/>
            <a:ext cx="221815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82FB242-E4A2-4711-B168-6D02C45DBE61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B0F5B7-78E6-2702-0F8C-122F4D21C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622485" y="6304985"/>
            <a:ext cx="2509284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29C8F0-DE20-1DBB-6A42-CBFFAE15D7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7526" y="6304985"/>
            <a:ext cx="49377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5528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A70A2D-6A6F-D8FD-B860-1F184E1B5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33214"/>
            <a:ext cx="11631478" cy="1825674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D95EA3D9-98A4-3891-668D-DF99CC18D7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351226"/>
            <a:ext cx="7235954" cy="771276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4E1D7382-6629-2CE5-9CD1-12C42772E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04D3FCD7-2C92-02D9-B65F-03119FF69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825B394-7F27-6399-8BDB-45CADE4F48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514160-DA6E-9655-9294-6538F297B73D}"/>
              </a:ext>
            </a:extLst>
          </p:cNvPr>
          <p:cNvSpPr/>
          <p:nvPr/>
        </p:nvSpPr>
        <p:spPr>
          <a:xfrm rot="10800000">
            <a:off x="0" y="3432121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2EC29EB-3E43-F1FF-EB6B-9F5C908FFCC8}"/>
              </a:ext>
            </a:extLst>
          </p:cNvPr>
          <p:cNvSpPr/>
          <p:nvPr userDrawn="1"/>
        </p:nvSpPr>
        <p:spPr>
          <a:xfrm rot="16200000" flipH="1">
            <a:off x="5938634" y="-996853"/>
            <a:ext cx="1825034" cy="10681699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23302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1A723D2-7AAD-C321-CBD6-371714EC1095}"/>
              </a:ext>
            </a:extLst>
          </p:cNvPr>
          <p:cNvSpPr/>
          <p:nvPr/>
        </p:nvSpPr>
        <p:spPr>
          <a:xfrm>
            <a:off x="0" y="-1"/>
            <a:ext cx="12192000" cy="6858000"/>
          </a:xfrm>
          <a:prstGeom prst="rect">
            <a:avLst/>
          </a:prstGeom>
          <a:gradFill flip="none" rotWithShape="1">
            <a:gsLst>
              <a:gs pos="70000">
                <a:schemeClr val="bg2"/>
              </a:gs>
              <a:gs pos="1149">
                <a:schemeClr val="accent3">
                  <a:lumMod val="50000"/>
                </a:schemeClr>
              </a:gs>
              <a:gs pos="33000">
                <a:schemeClr val="accent2">
                  <a:lumMod val="50000"/>
                </a:schemeClr>
              </a:gs>
            </a:gsLst>
            <a:path path="circle">
              <a:fillToRect t="100000" r="100000"/>
            </a:path>
            <a:tileRect l="-100000" b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54A4F1-E6B3-0BD8-2214-FC728BA0524F}"/>
              </a:ext>
            </a:extLst>
          </p:cNvPr>
          <p:cNvSpPr/>
          <p:nvPr/>
        </p:nvSpPr>
        <p:spPr>
          <a:xfrm rot="5400000">
            <a:off x="4604446" y="-729554"/>
            <a:ext cx="4537587" cy="10637521"/>
          </a:xfrm>
          <a:prstGeom prst="rect">
            <a:avLst/>
          </a:prstGeom>
          <a:gradFill flip="none" rotWithShape="1">
            <a:gsLst>
              <a:gs pos="65000">
                <a:schemeClr val="tx1">
                  <a:alpha val="0"/>
                </a:schemeClr>
              </a:gs>
              <a:gs pos="0">
                <a:schemeClr val="accent3">
                  <a:lumMod val="60000"/>
                  <a:lumOff val="40000"/>
                  <a:alpha val="70000"/>
                </a:schemeClr>
              </a:gs>
              <a:gs pos="32000">
                <a:schemeClr val="accent4">
                  <a:alpha val="0"/>
                </a:schemeClr>
              </a:gs>
            </a:gsLst>
            <a:lin ang="96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:a16="http://schemas.microsoft.com/office/drawing/2014/main" id="{4B18168D-C992-4156-FB48-F867F260F2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456" y="1133862"/>
            <a:ext cx="8346853" cy="3537889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701A87CE-1AFE-0182-C6D3-084296E48E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1751" y="5525725"/>
            <a:ext cx="6052929" cy="884901"/>
          </a:xfrm>
          <a:noFill/>
        </p:spPr>
        <p:txBody>
          <a:bodyPr vert="horz" lIns="91440" tIns="45720" rIns="91440" bIns="45720" rtlCol="0" anchor="t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AFA23F-C567-5858-AF7D-C37EC8657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EFB4A31-4D88-6836-9F3A-5E23FC9DE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C38715-2A76-D075-B90E-D24A263D8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D6702AA-E129-137F-060D-8DD37BC99937}"/>
              </a:ext>
            </a:extLst>
          </p:cNvPr>
          <p:cNvCxnSpPr>
            <a:cxnSpLocks/>
          </p:cNvCxnSpPr>
          <p:nvPr/>
        </p:nvCxnSpPr>
        <p:spPr>
          <a:xfrm flipH="1">
            <a:off x="358140" y="762000"/>
            <a:ext cx="11475720" cy="0"/>
          </a:xfrm>
          <a:prstGeom prst="line">
            <a:avLst/>
          </a:prstGeom>
          <a:ln w="6350">
            <a:solidFill>
              <a:schemeClr val="tx1">
                <a:lumMod val="6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0FD9841-58FA-E828-27A6-DBFBFA5C0854}"/>
              </a:ext>
            </a:extLst>
          </p:cNvPr>
          <p:cNvCxnSpPr>
            <a:cxnSpLocks/>
          </p:cNvCxnSpPr>
          <p:nvPr/>
        </p:nvCxnSpPr>
        <p:spPr>
          <a:xfrm flipH="1">
            <a:off x="394716" y="5250426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8920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5400000" flipH="1" flipV="1">
            <a:off x="-367222" y="367225"/>
            <a:ext cx="6866356" cy="6131909"/>
          </a:xfrm>
          <a:prstGeom prst="rect">
            <a:avLst/>
          </a:prstGeom>
          <a:gradFill>
            <a:gsLst>
              <a:gs pos="13000">
                <a:schemeClr val="accent2"/>
              </a:gs>
              <a:gs pos="60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5400000" flipV="1">
            <a:off x="-1977949" y="2307330"/>
            <a:ext cx="6528619" cy="257271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42000">
                <a:schemeClr val="bg2"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AFF5B4-F60C-7639-0259-DAA1F9833429}"/>
              </a:ext>
            </a:extLst>
          </p:cNvPr>
          <p:cNvSpPr/>
          <p:nvPr/>
        </p:nvSpPr>
        <p:spPr>
          <a:xfrm rot="10800000">
            <a:off x="1" y="4216109"/>
            <a:ext cx="8887299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49000">
                <a:schemeClr val="accent4">
                  <a:lumMod val="75000"/>
                  <a:alpha val="0"/>
                </a:schemeClr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8499" y="952500"/>
            <a:ext cx="8887299" cy="5636798"/>
          </a:xfrm>
        </p:spPr>
        <p:txBody>
          <a:bodyPr anchor="b">
            <a:normAutofit/>
          </a:bodyPr>
          <a:lstStyle>
            <a:lvl1pPr algn="r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CA76BF-5E58-9143-643F-6B06864B8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6C9F8B-DAAC-4FD9-5257-842E1B079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EF8E261-B260-D169-5279-F4153543A7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4278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3D93006-CD9A-ACB8-4DFF-755585BD51C6}"/>
              </a:ext>
            </a:extLst>
          </p:cNvPr>
          <p:cNvSpPr/>
          <p:nvPr/>
        </p:nvSpPr>
        <p:spPr>
          <a:xfrm rot="16200000" flipH="1">
            <a:off x="-367223" y="363046"/>
            <a:ext cx="6866356" cy="6131909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69000">
                <a:schemeClr val="bg2">
                  <a:alpha val="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5B8330-0A40-6340-3205-86A38459537F}"/>
              </a:ext>
            </a:extLst>
          </p:cNvPr>
          <p:cNvSpPr/>
          <p:nvPr/>
        </p:nvSpPr>
        <p:spPr>
          <a:xfrm rot="16200000">
            <a:off x="-2106733" y="2106735"/>
            <a:ext cx="6858000" cy="264453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  <a:alpha val="72000"/>
                </a:schemeClr>
              </a:gs>
              <a:gs pos="49000">
                <a:schemeClr val="bg2">
                  <a:alpha val="0"/>
                </a:schemeClr>
              </a:gs>
            </a:gsLst>
            <a:lin ang="58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F922070-FC98-090C-2EE5-E880AEA09D1B}"/>
              </a:ext>
            </a:extLst>
          </p:cNvPr>
          <p:cNvSpPr/>
          <p:nvPr/>
        </p:nvSpPr>
        <p:spPr>
          <a:xfrm flipH="1" flipV="1">
            <a:off x="0" y="2200164"/>
            <a:ext cx="12192000" cy="4657836"/>
          </a:xfrm>
          <a:prstGeom prst="rect">
            <a:avLst/>
          </a:prstGeom>
          <a:gradFill>
            <a:gsLst>
              <a:gs pos="0">
                <a:schemeClr val="accent2"/>
              </a:gs>
              <a:gs pos="52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079500"/>
            <a:ext cx="9867900" cy="5514953"/>
          </a:xfrm>
        </p:spPr>
        <p:txBody>
          <a:bodyPr anchor="b">
            <a:norm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F27D51-28B8-B2E3-D66E-632D6F01E6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1DCFE3-286D-146F-718D-4D8F709FB8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5F9152-3DAD-AB36-D2B3-9A4DBF0AA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9448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>
            <a:off x="28450" y="0"/>
            <a:ext cx="7600185" cy="6858000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0" y="3409447"/>
            <a:ext cx="7609635" cy="3448553"/>
          </a:xfrm>
          <a:prstGeom prst="rect">
            <a:avLst/>
          </a:prstGeom>
          <a:gradFill>
            <a:gsLst>
              <a:gs pos="0">
                <a:schemeClr val="accent2"/>
              </a:gs>
              <a:gs pos="45000">
                <a:schemeClr val="bg2">
                  <a:alpha val="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F5B7E4-5668-20C3-5FFF-AA7F08736507}"/>
              </a:ext>
            </a:extLst>
          </p:cNvPr>
          <p:cNvSpPr/>
          <p:nvPr/>
        </p:nvSpPr>
        <p:spPr>
          <a:xfrm rot="16200000">
            <a:off x="394816" y="-375817"/>
            <a:ext cx="6858000" cy="7609635"/>
          </a:xfrm>
          <a:prstGeom prst="rect">
            <a:avLst/>
          </a:prstGeom>
          <a:gradFill>
            <a:gsLst>
              <a:gs pos="0">
                <a:schemeClr val="tx1"/>
              </a:gs>
              <a:gs pos="18000">
                <a:schemeClr val="accent3">
                  <a:lumMod val="60000"/>
                  <a:lumOff val="40000"/>
                  <a:alpha val="72000"/>
                </a:schemeClr>
              </a:gs>
              <a:gs pos="56000">
                <a:schemeClr val="accent1">
                  <a:lumMod val="50000"/>
                  <a:alpha val="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8344FF-8882-8B2E-4777-40771425C01A}"/>
              </a:ext>
            </a:extLst>
          </p:cNvPr>
          <p:cNvSpPr/>
          <p:nvPr/>
        </p:nvSpPr>
        <p:spPr>
          <a:xfrm rot="16200000">
            <a:off x="1188613" y="417977"/>
            <a:ext cx="5518112" cy="7361933"/>
          </a:xfrm>
          <a:prstGeom prst="rect">
            <a:avLst/>
          </a:prstGeom>
          <a:gradFill flip="none" rotWithShape="1">
            <a:gsLst>
              <a:gs pos="24000">
                <a:schemeClr val="bg2">
                  <a:alpha val="0"/>
                </a:schemeClr>
              </a:gs>
              <a:gs pos="45000">
                <a:schemeClr val="bg2">
                  <a:alpha val="82000"/>
                </a:schemeClr>
              </a:gs>
              <a:gs pos="67000">
                <a:schemeClr val="bg1">
                  <a:alpha val="0"/>
                </a:schemeClr>
              </a:gs>
            </a:gsLst>
            <a:lin ang="120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F9BCED7-6A0B-12F0-730B-5623879C9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6702" y="1714498"/>
            <a:ext cx="4960617" cy="4722876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E14FBD3E-3A09-5EF4-6941-FFF3E03D53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62D8C0B-F931-385E-61C9-0E7226053F00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909368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07E96BDD-FAA3-3ABD-453F-3A62D97801B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952232" y="1246951"/>
            <a:ext cx="3404277" cy="4923185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086C0A-2B9C-7A1D-5F77-AF7402CC1F84}"/>
              </a:ext>
            </a:extLst>
          </p:cNvPr>
          <p:cNvCxnSpPr>
            <a:cxnSpLocks/>
          </p:cNvCxnSpPr>
          <p:nvPr/>
        </p:nvCxnSpPr>
        <p:spPr>
          <a:xfrm flipH="1">
            <a:off x="8002560" y="762000"/>
            <a:ext cx="3840480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55691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B191826-CFE4-1D6E-85E2-32EE006A5C5D}"/>
              </a:ext>
            </a:extLst>
          </p:cNvPr>
          <p:cNvSpPr/>
          <p:nvPr/>
        </p:nvSpPr>
        <p:spPr>
          <a:xfrm flipH="1">
            <a:off x="0" y="0"/>
            <a:ext cx="12192000" cy="6857996"/>
          </a:xfrm>
          <a:prstGeom prst="rect">
            <a:avLst/>
          </a:prstGeom>
          <a:gradFill flip="none" rotWithShape="1">
            <a:gsLst>
              <a:gs pos="93000">
                <a:schemeClr val="tx2"/>
              </a:gs>
              <a:gs pos="75000">
                <a:schemeClr val="accent1">
                  <a:alpha val="94000"/>
                </a:schemeClr>
              </a:gs>
              <a:gs pos="39000">
                <a:schemeClr val="accent4">
                  <a:lumMod val="50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1DDCB74-BBA4-B75C-2781-A574716A3DE4}"/>
              </a:ext>
            </a:extLst>
          </p:cNvPr>
          <p:cNvSpPr/>
          <p:nvPr/>
        </p:nvSpPr>
        <p:spPr>
          <a:xfrm>
            <a:off x="0" y="-5"/>
            <a:ext cx="7958884" cy="5425439"/>
          </a:xfrm>
          <a:prstGeom prst="rect">
            <a:avLst/>
          </a:prstGeom>
          <a:gradFill flip="none" rotWithShape="1">
            <a:gsLst>
              <a:gs pos="6000">
                <a:schemeClr val="accent4">
                  <a:lumMod val="50000"/>
                </a:schemeClr>
              </a:gs>
              <a:gs pos="51000">
                <a:schemeClr val="accent6">
                  <a:lumMod val="75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E4A60CA-D100-CFE6-62AC-013A201FBB9F}"/>
              </a:ext>
            </a:extLst>
          </p:cNvPr>
          <p:cNvSpPr/>
          <p:nvPr/>
        </p:nvSpPr>
        <p:spPr>
          <a:xfrm rot="5400000">
            <a:off x="1660810" y="-1660814"/>
            <a:ext cx="6858000" cy="1017962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60000"/>
                  <a:lumOff val="40000"/>
                  <a:alpha val="50000"/>
                </a:schemeClr>
              </a:gs>
              <a:gs pos="72989">
                <a:schemeClr val="bg2">
                  <a:alpha val="0"/>
                </a:schemeClr>
              </a:gs>
              <a:gs pos="37000">
                <a:schemeClr val="accent2">
                  <a:lumMod val="75000"/>
                  <a:alpha val="8000"/>
                </a:schemeClr>
              </a:gs>
            </a:gsLst>
            <a:lin ang="12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2C61630-0AC6-F4D9-545E-38A32C69F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148579"/>
            <a:ext cx="4724400" cy="2811649"/>
          </a:xfrm>
        </p:spPr>
        <p:txBody>
          <a:bodyPr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2375" y="210114"/>
            <a:ext cx="1884796" cy="365760"/>
          </a:xfrm>
        </p:spPr>
        <p:txBody>
          <a:bodyPr/>
          <a:lstStyle/>
          <a:p>
            <a:fld id="{C2A0816E-BD5C-478F-AB95-6BE098266DF3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81323" y="210114"/>
            <a:ext cx="2509284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1322" y="1148580"/>
            <a:ext cx="4986777" cy="4606762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53263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84410D4-C581-C48F-5E1D-E93DA884342F}"/>
              </a:ext>
            </a:extLst>
          </p:cNvPr>
          <p:cNvSpPr/>
          <p:nvPr/>
        </p:nvSpPr>
        <p:spPr>
          <a:xfrm rot="10800000">
            <a:off x="14619" y="-2"/>
            <a:ext cx="12177379" cy="4492404"/>
          </a:xfrm>
          <a:prstGeom prst="rect">
            <a:avLst/>
          </a:prstGeom>
          <a:gradFill flip="none" rotWithShape="1">
            <a:gsLst>
              <a:gs pos="33000">
                <a:schemeClr val="bg2">
                  <a:alpha val="0"/>
                </a:schemeClr>
              </a:gs>
              <a:gs pos="82000">
                <a:schemeClr val="accent1">
                  <a:lumMod val="50000"/>
                  <a:alpha val="44000"/>
                </a:schemeClr>
              </a:gs>
              <a:gs pos="100000">
                <a:schemeClr val="accent3">
                  <a:lumMod val="60000"/>
                  <a:lumOff val="40000"/>
                  <a:alpha val="9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F8F2B01-BAAD-F03E-72D9-CC472F3A5DE5}"/>
              </a:ext>
            </a:extLst>
          </p:cNvPr>
          <p:cNvSpPr/>
          <p:nvPr/>
        </p:nvSpPr>
        <p:spPr>
          <a:xfrm flipH="1" flipV="1">
            <a:off x="723903" y="1161955"/>
            <a:ext cx="11468097" cy="3330447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27000">
                <a:schemeClr val="bg2">
                  <a:alpha val="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E9B9-D0DC-50F5-FE7E-BCF950A9B60C}"/>
              </a:ext>
            </a:extLst>
          </p:cNvPr>
          <p:cNvSpPr/>
          <p:nvPr/>
        </p:nvSpPr>
        <p:spPr>
          <a:xfrm rot="10800000">
            <a:off x="-14621" y="-7466"/>
            <a:ext cx="6110621" cy="2500409"/>
          </a:xfrm>
          <a:prstGeom prst="rect">
            <a:avLst/>
          </a:prstGeom>
          <a:gradFill flip="none" rotWithShape="1">
            <a:gsLst>
              <a:gs pos="63000">
                <a:schemeClr val="bg2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4D63E47-B71F-605F-2462-F6F2ED4F1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468924"/>
            <a:ext cx="5096176" cy="2461308"/>
          </a:xfrm>
        </p:spPr>
        <p:txBody>
          <a:bodyPr/>
          <a:lstStyle>
            <a:lvl1pPr>
              <a:defRPr sz="5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3B19A28-AC79-CF20-C703-D6B27C01698A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419100" y="210114"/>
            <a:ext cx="2064089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5515BC3-2A9C-497B-B82C-246EEDDDF89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9E554EC-D104-642A-5E42-E4CFB243523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6477000" y="210114"/>
            <a:ext cx="3251508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23A16-5291-F71A-D460-81EE611EA8B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487383" y="1161955"/>
            <a:ext cx="4158158" cy="2768278"/>
          </a:xfrm>
        </p:spPr>
        <p:txBody>
          <a:bodyPr vert="horz" lIns="91440" tIns="45720" rIns="91440" bIns="45720" rtlCol="0" anchor="b">
            <a:normAutofit/>
          </a:bodyPr>
          <a:lstStyle>
            <a:lvl1pPr marL="457200" indent="-4572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600" dirty="0"/>
            </a:lvl1pPr>
            <a:lvl2pPr marL="5715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2pPr>
            <a:lvl3pPr marL="800100" indent="-342900"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3pPr>
            <a:lvl4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4pPr>
            <a:lvl5pPr>
              <a:spcBef>
                <a:spcPts val="1000"/>
              </a:spcBef>
              <a:spcAft>
                <a:spcPts val="600"/>
              </a:spcAft>
              <a:buFont typeface="+mj-lt"/>
              <a:buAutoNum type="arabicPeriod"/>
              <a:defRPr lang="en-US" sz="14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C9B8CAF0-3749-D1CF-0FDA-20F4B5EE986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4492402"/>
            <a:ext cx="12192000" cy="2365597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4280861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5EF5A46-889B-82F0-E6A3-B308E2DCC951}"/>
              </a:ext>
            </a:extLst>
          </p:cNvPr>
          <p:cNvSpPr/>
          <p:nvPr/>
        </p:nvSpPr>
        <p:spPr>
          <a:xfrm rot="5400000" flipH="1" flipV="1">
            <a:off x="5012872" y="-5012874"/>
            <a:ext cx="2166257" cy="12192001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</a:schemeClr>
              </a:gs>
              <a:gs pos="61000">
                <a:schemeClr val="bg2">
                  <a:alpha val="0"/>
                </a:schemeClr>
              </a:gs>
            </a:gsLst>
            <a:lin ang="11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E27D4F-6E85-4618-7F98-5F4B945ACFE4}"/>
              </a:ext>
            </a:extLst>
          </p:cNvPr>
          <p:cNvSpPr/>
          <p:nvPr/>
        </p:nvSpPr>
        <p:spPr>
          <a:xfrm rot="10800000" flipH="1" flipV="1">
            <a:off x="4836601" y="0"/>
            <a:ext cx="7355399" cy="6858000"/>
          </a:xfrm>
          <a:prstGeom prst="rect">
            <a:avLst/>
          </a:prstGeom>
          <a:gradFill flip="none" rotWithShape="1">
            <a:gsLst>
              <a:gs pos="44000">
                <a:schemeClr val="accent2">
                  <a:alpha val="28000"/>
                </a:schemeClr>
              </a:gs>
              <a:gs pos="0">
                <a:schemeClr val="accent1"/>
              </a:gs>
              <a:gs pos="75000">
                <a:schemeClr val="bg2">
                  <a:alpha val="0"/>
                </a:schemeClr>
              </a:gs>
            </a:gsLst>
            <a:lin ang="12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0C6460E-7477-249C-CA29-89DD19B3F5CB}"/>
              </a:ext>
            </a:extLst>
          </p:cNvPr>
          <p:cNvSpPr/>
          <p:nvPr/>
        </p:nvSpPr>
        <p:spPr>
          <a:xfrm rot="10800000" flipH="1" flipV="1">
            <a:off x="6749143" y="1763485"/>
            <a:ext cx="5442857" cy="5094514"/>
          </a:xfrm>
          <a:prstGeom prst="rect">
            <a:avLst/>
          </a:prstGeom>
          <a:gradFill flip="none" rotWithShape="1">
            <a:gsLst>
              <a:gs pos="0">
                <a:schemeClr val="accent5">
                  <a:lumMod val="60000"/>
                  <a:lumOff val="40000"/>
                </a:schemeClr>
              </a:gs>
              <a:gs pos="52000">
                <a:schemeClr val="accent4">
                  <a:lumMod val="5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90595"/>
            <a:ext cx="5811178" cy="3043682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CDEAC1E-5504-4723-BE4B-1DE8B305AF62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2" y="4167941"/>
            <a:ext cx="5811177" cy="1817223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624301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637BF44-E096-ADC8-0C23-BA7E19E66787}"/>
              </a:ext>
            </a:extLst>
          </p:cNvPr>
          <p:cNvSpPr/>
          <p:nvPr/>
        </p:nvSpPr>
        <p:spPr>
          <a:xfrm rot="10800000" flipV="1">
            <a:off x="3342" y="0"/>
            <a:ext cx="5334001" cy="6858000"/>
          </a:xfrm>
          <a:prstGeom prst="rect">
            <a:avLst/>
          </a:prstGeom>
          <a:gradFill flip="none" rotWithShape="1">
            <a:gsLst>
              <a:gs pos="52000">
                <a:schemeClr val="accent2">
                  <a:alpha val="28000"/>
                </a:schemeClr>
              </a:gs>
              <a:gs pos="0">
                <a:schemeClr val="accent1"/>
              </a:gs>
              <a:gs pos="78000">
                <a:schemeClr val="bg2">
                  <a:alpha val="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03D519-17B6-1CCD-DA98-45A0B88A04E8}"/>
              </a:ext>
            </a:extLst>
          </p:cNvPr>
          <p:cNvSpPr/>
          <p:nvPr/>
        </p:nvSpPr>
        <p:spPr>
          <a:xfrm rot="10800000" flipV="1">
            <a:off x="-2" y="1448661"/>
            <a:ext cx="7828909" cy="5409338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</a:schemeClr>
              </a:gs>
              <a:gs pos="52000">
                <a:schemeClr val="accent4">
                  <a:lumMod val="50000"/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738353"/>
            <a:ext cx="2907231" cy="2501900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36A82C16-EB1A-4294-103B-715F071E5A3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8E6582D0-CC23-4B30-B5F7-0EC0E82226EA}" type="datetime1">
              <a:rPr lang="en-US" smtClean="0"/>
              <a:t>4/14/2026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F09CF825-511F-35F8-E0EC-636033ED43E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27EA83B-52EA-A0B8-E2E8-C9D1FE273B2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738352"/>
            <a:ext cx="4797769" cy="3787377"/>
          </a:xfrm>
        </p:spPr>
        <p:txBody>
          <a:bodyPr vert="horz" lIns="91440" tIns="45720" rIns="73152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75885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28AA25-2696-95B5-3DD1-1DDCE335B96E}"/>
              </a:ext>
            </a:extLst>
          </p:cNvPr>
          <p:cNvSpPr/>
          <p:nvPr/>
        </p:nvSpPr>
        <p:spPr>
          <a:xfrm>
            <a:off x="0" y="0"/>
            <a:ext cx="12192000" cy="6869579"/>
          </a:xfrm>
          <a:prstGeom prst="rect">
            <a:avLst/>
          </a:prstGeom>
          <a:gradFill flip="none" rotWithShape="1">
            <a:gsLst>
              <a:gs pos="23000">
                <a:schemeClr val="bg2">
                  <a:alpha val="0"/>
                </a:schemeClr>
              </a:gs>
              <a:gs pos="61000">
                <a:schemeClr val="accent1">
                  <a:lumMod val="50000"/>
                  <a:alpha val="5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6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6450F3-50BF-885C-FD60-BACC77C3F1E0}"/>
              </a:ext>
            </a:extLst>
          </p:cNvPr>
          <p:cNvSpPr/>
          <p:nvPr/>
        </p:nvSpPr>
        <p:spPr>
          <a:xfrm flipH="1" flipV="1">
            <a:off x="0" y="1727456"/>
            <a:ext cx="12192001" cy="5130541"/>
          </a:xfrm>
          <a:prstGeom prst="rect">
            <a:avLst/>
          </a:prstGeom>
          <a:gradFill>
            <a:gsLst>
              <a:gs pos="0">
                <a:schemeClr val="accent2">
                  <a:lumMod val="75000"/>
                </a:schemeClr>
              </a:gs>
              <a:gs pos="45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D53C05B-A90A-250E-CBC3-E741A87656D9}"/>
              </a:ext>
            </a:extLst>
          </p:cNvPr>
          <p:cNvSpPr/>
          <p:nvPr/>
        </p:nvSpPr>
        <p:spPr>
          <a:xfrm rot="5400000">
            <a:off x="4285048" y="-1037373"/>
            <a:ext cx="6869579" cy="8944324"/>
          </a:xfrm>
          <a:prstGeom prst="rect">
            <a:avLst/>
          </a:prstGeom>
          <a:gradFill flip="none" rotWithShape="1">
            <a:gsLst>
              <a:gs pos="60000">
                <a:schemeClr val="accent5">
                  <a:alpha val="0"/>
                </a:schemeClr>
              </a:gs>
              <a:gs pos="94000">
                <a:schemeClr val="accent3">
                  <a:lumMod val="20000"/>
                  <a:lumOff val="8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0B1BC43-B272-D419-E8BB-6EFDB7CB6DE6}"/>
              </a:ext>
            </a:extLst>
          </p:cNvPr>
          <p:cNvSpPr/>
          <p:nvPr/>
        </p:nvSpPr>
        <p:spPr>
          <a:xfrm rot="16200000">
            <a:off x="3586718" y="-681705"/>
            <a:ext cx="6783165" cy="8296238"/>
          </a:xfrm>
          <a:prstGeom prst="rect">
            <a:avLst/>
          </a:prstGeom>
          <a:gradFill flip="none" rotWithShape="1">
            <a:gsLst>
              <a:gs pos="26000">
                <a:schemeClr val="bg2"/>
              </a:gs>
              <a:gs pos="73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E9B18E3-016A-6508-4AB9-C1B35F40CE8C}"/>
              </a:ext>
            </a:extLst>
          </p:cNvPr>
          <p:cNvCxnSpPr>
            <a:cxnSpLocks/>
          </p:cNvCxnSpPr>
          <p:nvPr/>
        </p:nvCxnSpPr>
        <p:spPr>
          <a:xfrm flipH="1">
            <a:off x="394716" y="6101080"/>
            <a:ext cx="11402568" cy="0"/>
          </a:xfrm>
          <a:prstGeom prst="line">
            <a:avLst/>
          </a:prstGeom>
          <a:ln w="6350">
            <a:solidFill>
              <a:schemeClr val="tx1">
                <a:lumMod val="8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44A4757-EA69-EF77-262C-A183AC218312}"/>
              </a:ext>
            </a:extLst>
          </p:cNvPr>
          <p:cNvSpPr/>
          <p:nvPr/>
        </p:nvSpPr>
        <p:spPr>
          <a:xfrm rot="10800000">
            <a:off x="0" y="1"/>
            <a:ext cx="12192000" cy="5281424"/>
          </a:xfrm>
          <a:prstGeom prst="rect">
            <a:avLst/>
          </a:prstGeom>
          <a:gradFill flip="none" rotWithShape="1">
            <a:gsLst>
              <a:gs pos="52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lumMod val="75000"/>
                </a:schemeClr>
              </a:gs>
            </a:gsLst>
            <a:lin ang="42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14400"/>
            <a:ext cx="7498080" cy="2621280"/>
          </a:xfrm>
        </p:spPr>
        <p:txBody>
          <a:bodyPr anchor="b">
            <a:normAutofit/>
          </a:bodyPr>
          <a:lstStyle>
            <a:lvl1pPr>
              <a:defRPr sz="48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3AD86-30C4-61DF-3300-53A4A4BB6D4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0ED380-F3FA-F88A-4719-014588A2E1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18F7C8-EA2A-EA2C-5113-86B95AACB17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901440"/>
            <a:ext cx="7498080" cy="1828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9564819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25286"/>
            <a:ext cx="6177587" cy="1635723"/>
          </a:xfrm>
        </p:spPr>
        <p:txBody>
          <a:bodyPr anchor="b">
            <a:norm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F7B4F8-3C61-0936-7251-8633EE5F2C1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DA624A-E1F8-4C9A-205B-0A6EA83A187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11848B1D-AC89-3F75-720C-6A1E8C8E7AA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3017520"/>
            <a:ext cx="7680960" cy="34747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F51E206-ED3F-B360-C610-1197186BA59A}"/>
              </a:ext>
            </a:extLst>
          </p:cNvPr>
          <p:cNvSpPr/>
          <p:nvPr/>
        </p:nvSpPr>
        <p:spPr>
          <a:xfrm rot="16200000" flipV="1">
            <a:off x="7683337" y="2349337"/>
            <a:ext cx="6858000" cy="2159326"/>
          </a:xfrm>
          <a:prstGeom prst="rect">
            <a:avLst/>
          </a:prstGeom>
          <a:gradFill>
            <a:gsLst>
              <a:gs pos="0">
                <a:schemeClr val="accent3"/>
              </a:gs>
              <a:gs pos="48000">
                <a:schemeClr val="bg2">
                  <a:alpha val="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874C02-925E-C0AE-1F22-882A90A64E54}"/>
              </a:ext>
            </a:extLst>
          </p:cNvPr>
          <p:cNvSpPr/>
          <p:nvPr/>
        </p:nvSpPr>
        <p:spPr>
          <a:xfrm rot="10800000" flipH="1" flipV="1">
            <a:off x="7849486" y="0"/>
            <a:ext cx="4342514" cy="6858000"/>
          </a:xfrm>
          <a:prstGeom prst="rect">
            <a:avLst/>
          </a:prstGeom>
          <a:gradFill flip="none" rotWithShape="1">
            <a:gsLst>
              <a:gs pos="29000">
                <a:schemeClr val="accent2">
                  <a:alpha val="28000"/>
                </a:schemeClr>
              </a:gs>
              <a:gs pos="5000">
                <a:schemeClr val="accent1">
                  <a:alpha val="63000"/>
                </a:schemeClr>
              </a:gs>
              <a:gs pos="66000">
                <a:schemeClr val="bg2">
                  <a:alpha val="0"/>
                </a:schemeClr>
              </a:gs>
            </a:gsLst>
            <a:lin ang="12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67437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B42C01-B12A-AF17-D0E9-403E14D1D1A7}"/>
              </a:ext>
            </a:extLst>
          </p:cNvPr>
          <p:cNvSpPr/>
          <p:nvPr/>
        </p:nvSpPr>
        <p:spPr>
          <a:xfrm rot="10800000" flipH="1">
            <a:off x="391802" y="773848"/>
            <a:ext cx="11800198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5">
                  <a:lumMod val="75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4AA29D-41E7-06F1-DA88-95401F827C71}"/>
              </a:ext>
            </a:extLst>
          </p:cNvPr>
          <p:cNvSpPr/>
          <p:nvPr/>
        </p:nvSpPr>
        <p:spPr>
          <a:xfrm rot="10800000" flipH="1">
            <a:off x="0" y="773847"/>
            <a:ext cx="11026588" cy="1634270"/>
          </a:xfrm>
          <a:prstGeom prst="rect">
            <a:avLst/>
          </a:prstGeom>
          <a:gradFill flip="none" rotWithShape="1">
            <a:gsLst>
              <a:gs pos="575">
                <a:schemeClr val="accent2"/>
              </a:gs>
              <a:gs pos="3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900" y="1918144"/>
            <a:ext cx="2939186" cy="209681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4CAAF-9048-5116-D3C8-15E595C3BC25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C3E08220-0958-4EB6-84AC-FBA5654D4035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3B715D2-E75C-A2E6-CE7A-70CE2EFA5E8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4000" y="210114"/>
            <a:ext cx="293949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F8E49B-DD4C-66AF-8D2C-52110DB227F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4000" y="1918145"/>
            <a:ext cx="4991100" cy="4133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17984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25717"/>
            <a:ext cx="3144282" cy="2443427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8149B0F-FE5F-465D-BF44-EE1D3847CE00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0069" y="210114"/>
            <a:ext cx="2664515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0070" y="1025717"/>
            <a:ext cx="6306086" cy="5335754"/>
          </a:xfrm>
        </p:spPr>
        <p:txBody>
          <a:bodyPr vert="horz" lIns="91440" tIns="45720" rIns="82296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8900872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22376"/>
            <a:ext cx="9875520" cy="731520"/>
          </a:xfrm>
        </p:spPr>
        <p:txBody>
          <a:bodyPr anchor="b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7DA9862-2C49-41B4-AD0B-6F93BC6DDDF8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7BDEC48-6AF0-A15B-1E5D-9476B32733A4}"/>
              </a:ext>
            </a:extLst>
          </p:cNvPr>
          <p:cNvSpPr/>
          <p:nvPr/>
        </p:nvSpPr>
        <p:spPr>
          <a:xfrm rot="10800000" flipH="1">
            <a:off x="0" y="1700784"/>
            <a:ext cx="12192000" cy="2406798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64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6CCDA7C-EB2B-A59A-8F97-263F3FE42D52}"/>
              </a:ext>
            </a:extLst>
          </p:cNvPr>
          <p:cNvSpPr/>
          <p:nvPr/>
        </p:nvSpPr>
        <p:spPr>
          <a:xfrm rot="10800000">
            <a:off x="1159597" y="1700784"/>
            <a:ext cx="11032403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lumMod val="75000"/>
                  <a:alpha val="35000"/>
                </a:schemeClr>
              </a:gs>
              <a:gs pos="0">
                <a:schemeClr val="accent3">
                  <a:lumMod val="60000"/>
                  <a:lumOff val="40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01751" y="2011679"/>
            <a:ext cx="11612880" cy="438912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081348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25717"/>
            <a:ext cx="3144282" cy="2443427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8149B0F-FE5F-465D-BF44-EE1D3847CE00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0069" y="210114"/>
            <a:ext cx="2664515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0070" y="1025717"/>
            <a:ext cx="7420178" cy="5375082"/>
          </a:xfrm>
        </p:spPr>
        <p:txBody>
          <a:bodyPr vert="horz" lIns="91440" tIns="45720" rIns="82296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4377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500"/>
            <a:ext cx="3332784" cy="158191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BE2343-B677-7565-070B-CEED0B0D5463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5986"/>
            <a:ext cx="1097280" cy="365760"/>
          </a:xfrm>
        </p:spPr>
        <p:txBody>
          <a:bodyPr/>
          <a:lstStyle/>
          <a:p>
            <a:fld id="{37D881E9-FF16-48A7-B8AA-A17AAAEAD6E1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8C8E1E-13A9-668C-1F5C-BC271E6A05CF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1494378" y="207291"/>
            <a:ext cx="1639372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94BC881-6669-50F2-64F2-57BD81A93BC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3140760" y="210114"/>
            <a:ext cx="493776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3099816"/>
            <a:ext cx="3332784" cy="3054096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28600" indent="0">
              <a:buNone/>
              <a:defRPr sz="14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93A3E8A-C3F5-3D0B-FDE4-68B52DFE719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152900" y="0"/>
            <a:ext cx="803910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A942C55-3382-C50D-76EB-793EA21DA34F}"/>
              </a:ext>
            </a:extLst>
          </p:cNvPr>
          <p:cNvCxnSpPr>
            <a:cxnSpLocks/>
          </p:cNvCxnSpPr>
          <p:nvPr/>
        </p:nvCxnSpPr>
        <p:spPr>
          <a:xfrm flipH="1">
            <a:off x="397288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94914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59103" y="952500"/>
            <a:ext cx="3239262" cy="1582882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7620000" cy="685800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81000" y="210114"/>
            <a:ext cx="1413537" cy="365760"/>
          </a:xfrm>
        </p:spPr>
        <p:txBody>
          <a:bodyPr/>
          <a:lstStyle/>
          <a:p>
            <a:fld id="{52D95AE2-CFB9-4B68-957C-4721356B27A9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8150916" y="210114"/>
            <a:ext cx="233352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159103" y="3103929"/>
            <a:ext cx="3239262" cy="3109836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2AF1B15-A912-4D71-3A1C-A97F524B9DE0}"/>
              </a:ext>
            </a:extLst>
          </p:cNvPr>
          <p:cNvCxnSpPr>
            <a:cxnSpLocks/>
          </p:cNvCxnSpPr>
          <p:nvPr/>
        </p:nvCxnSpPr>
        <p:spPr>
          <a:xfrm flipH="1">
            <a:off x="8237415" y="2811277"/>
            <a:ext cx="324613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68003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4282051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0"/>
            <a:ext cx="12192000" cy="386407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4282051"/>
            <a:ext cx="7010399" cy="1532976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862C1B48-5712-40E8-928E-1136C5D12A17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86553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984" y="955810"/>
            <a:ext cx="4114800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7469431" y="210114"/>
            <a:ext cx="1485900" cy="365760"/>
          </a:xfrm>
        </p:spPr>
        <p:txBody>
          <a:bodyPr/>
          <a:lstStyle/>
          <a:p>
            <a:fld id="{2BDF39F2-6977-4B14-98E3-4DFE82804B0D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9376096" y="210114"/>
            <a:ext cx="186046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491984" y="2791033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E9AF0A0-5001-F380-4488-B02AB3C79B31}"/>
              </a:ext>
            </a:extLst>
          </p:cNvPr>
          <p:cNvCxnSpPr>
            <a:cxnSpLocks/>
          </p:cNvCxnSpPr>
          <p:nvPr/>
        </p:nvCxnSpPr>
        <p:spPr>
          <a:xfrm flipH="1">
            <a:off x="7595441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3ED0235B-B98B-7313-28E9-8E643CDFF4A6}"/>
              </a:ext>
            </a:extLst>
          </p:cNvPr>
          <p:cNvSpPr/>
          <p:nvPr userDrawn="1"/>
        </p:nvSpPr>
        <p:spPr>
          <a:xfrm flipH="1">
            <a:off x="6959599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91089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D0E9D96-CB28-0F2C-BBB9-CE51B3EEBF53}"/>
              </a:ext>
            </a:extLst>
          </p:cNvPr>
          <p:cNvSpPr/>
          <p:nvPr/>
        </p:nvSpPr>
        <p:spPr>
          <a:xfrm>
            <a:off x="0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1" y="955810"/>
            <a:ext cx="4114799" cy="124405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62B38A-33A6-F8AC-C9B9-FA400D29071B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10114"/>
            <a:ext cx="1485900" cy="365760"/>
          </a:xfrm>
        </p:spPr>
        <p:txBody>
          <a:bodyPr/>
          <a:lstStyle/>
          <a:p>
            <a:fld id="{2BDF39F2-6977-4B14-98E3-4DFE82804B0D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6F5CC625-CD4F-F9C5-5E5D-05B78AE7CEE1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268722" y="210114"/>
            <a:ext cx="186046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5B1B358-15B5-2BEF-0B1B-0BC9F05FFA1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4192949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788920"/>
            <a:ext cx="4114800" cy="33832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F8A45037-DD9A-9287-B37A-49CD4CC3CAF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232400" y="1"/>
            <a:ext cx="69596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904EB0-09B1-E4AD-6BEA-66B82835A61F}"/>
              </a:ext>
            </a:extLst>
          </p:cNvPr>
          <p:cNvCxnSpPr>
            <a:cxnSpLocks/>
          </p:cNvCxnSpPr>
          <p:nvPr/>
        </p:nvCxnSpPr>
        <p:spPr>
          <a:xfrm flipH="1">
            <a:off x="395444" y="2475756"/>
            <a:ext cx="4011343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DB01857F-DF9F-2A98-2C2B-889C9BE29432}"/>
              </a:ext>
            </a:extLst>
          </p:cNvPr>
          <p:cNvSpPr/>
          <p:nvPr userDrawn="1"/>
        </p:nvSpPr>
        <p:spPr>
          <a:xfrm>
            <a:off x="0" y="5749680"/>
            <a:ext cx="5232400" cy="1108320"/>
          </a:xfrm>
          <a:prstGeom prst="rect">
            <a:avLst/>
          </a:prstGeom>
          <a:gradFill>
            <a:gsLst>
              <a:gs pos="65000">
                <a:schemeClr val="accent1">
                  <a:lumMod val="50000"/>
                  <a:alpha val="0"/>
                </a:schemeClr>
              </a:gs>
              <a:gs pos="100000">
                <a:schemeClr val="accent6">
                  <a:lumMod val="75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91340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7686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C1B48-5712-40E8-928E-1136C5D12A17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1017686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3837709"/>
            <a:ext cx="12192000" cy="3020291"/>
          </a:xfrm>
          <a:blipFill dpi="0" rotWithShape="1">
            <a:blip r:embed="rId2">
              <a:alphaModFix amt="60000"/>
            </a:blip>
            <a:srcRect/>
            <a:stretch>
              <a:fillRect t="-27937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615521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3383280"/>
            <a:ext cx="3410958" cy="1532976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C17E7B2-E2F9-D41D-D140-E89E0C3F5B96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0" y="1"/>
            <a:ext cx="12192000" cy="3017520"/>
          </a:xfrm>
          <a:blipFill dpi="0" rotWithShape="1">
            <a:blip r:embed="rId2">
              <a:alphaModFix amt="60000"/>
            </a:blip>
            <a:srcRect/>
            <a:stretch>
              <a:fillRect b="-29122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3383280"/>
            <a:ext cx="7010399" cy="237744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200"/>
            </a:lvl3pPr>
            <a:lvl4pPr marL="685800" indent="0">
              <a:buFont typeface="Arial" panose="020B0604020202020204" pitchFamily="34" charset="0"/>
              <a:buNone/>
              <a:defRPr sz="1100"/>
            </a:lvl4pPr>
            <a:lvl5pPr marL="914400" indent="0">
              <a:buFont typeface="Arial" panose="020B0604020202020204" pitchFamily="34" charset="0"/>
              <a:buNone/>
              <a:defRPr sz="105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1752" y="6263640"/>
            <a:ext cx="1759288" cy="365760"/>
          </a:xfrm>
        </p:spPr>
        <p:txBody>
          <a:bodyPr/>
          <a:lstStyle/>
          <a:p>
            <a:fld id="{862C1B48-5712-40E8-928E-1136C5D12A17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480560" y="6263640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00323" y="626364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192296-0A21-2685-A792-B2723855E5B3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78029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371600"/>
            <a:ext cx="3474720" cy="228600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23EC03A-74B3-46B6-A70D-0B367EABDC7F}" type="datetime1">
              <a:rPr lang="en-US" smtClean="0"/>
              <a:t>4/14/2026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57700" y="210114"/>
            <a:ext cx="2859307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611572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57700" y="1371600"/>
            <a:ext cx="3368778" cy="4701943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731045" y="0"/>
            <a:ext cx="3460955" cy="686687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750207-6F0E-41F2-98B5-15BCAB2BF9AD}"/>
              </a:ext>
            </a:extLst>
          </p:cNvPr>
          <p:cNvSpPr/>
          <p:nvPr/>
        </p:nvSpPr>
        <p:spPr>
          <a:xfrm flipH="1">
            <a:off x="0" y="4771072"/>
            <a:ext cx="4874661" cy="2095805"/>
          </a:xfrm>
          <a:prstGeom prst="rect">
            <a:avLst/>
          </a:prstGeom>
          <a:gradFill>
            <a:gsLst>
              <a:gs pos="67000">
                <a:schemeClr val="bg2">
                  <a:alpha val="0"/>
                </a:schemeClr>
              </a:gs>
              <a:gs pos="95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21E79A5-CC18-0B38-C9F4-CA5690475280}"/>
              </a:ext>
            </a:extLst>
          </p:cNvPr>
          <p:cNvSpPr/>
          <p:nvPr/>
        </p:nvSpPr>
        <p:spPr>
          <a:xfrm flipH="1">
            <a:off x="-2" y="3852909"/>
            <a:ext cx="2823100" cy="3022846"/>
          </a:xfrm>
          <a:prstGeom prst="rect">
            <a:avLst/>
          </a:prstGeom>
          <a:gradFill flip="none" rotWithShape="1">
            <a:gsLst>
              <a:gs pos="0">
                <a:schemeClr val="tx2">
                  <a:alpha val="50000"/>
                </a:schemeClr>
              </a:gs>
              <a:gs pos="17000">
                <a:schemeClr val="accent6">
                  <a:lumMod val="60000"/>
                  <a:lumOff val="40000"/>
                  <a:alpha val="52000"/>
                </a:schemeClr>
              </a:gs>
              <a:gs pos="58000">
                <a:schemeClr val="bg1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80496BC-B679-515B-9928-2CC91AD7A8A2}"/>
              </a:ext>
            </a:extLst>
          </p:cNvPr>
          <p:cNvCxnSpPr>
            <a:cxnSpLocks/>
          </p:cNvCxnSpPr>
          <p:nvPr userDrawn="1"/>
        </p:nvCxnSpPr>
        <p:spPr>
          <a:xfrm flipH="1">
            <a:off x="397002" y="751313"/>
            <a:ext cx="772668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38947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52499"/>
            <a:ext cx="6751127" cy="1250871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D6F66A7C-2450-4D43-AEC7-53AFAE9E8A03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2590800" y="203862"/>
            <a:ext cx="2775003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6247336" y="203862"/>
            <a:ext cx="864794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2" y="2410518"/>
            <a:ext cx="6755514" cy="38074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7620000" y="0"/>
            <a:ext cx="4572000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640749-9485-B575-4B2A-075EAA112D08}"/>
              </a:ext>
            </a:extLst>
          </p:cNvPr>
          <p:cNvSpPr/>
          <p:nvPr/>
        </p:nvSpPr>
        <p:spPr>
          <a:xfrm flipH="1">
            <a:off x="0" y="3706098"/>
            <a:ext cx="7620000" cy="3151902"/>
          </a:xfrm>
          <a:prstGeom prst="rect">
            <a:avLst/>
          </a:prstGeom>
          <a:gradFill>
            <a:gsLst>
              <a:gs pos="79000">
                <a:schemeClr val="bg2">
                  <a:alpha val="0"/>
                </a:schemeClr>
              </a:gs>
              <a:gs pos="100000">
                <a:schemeClr val="accent6">
                  <a:alpha val="66000"/>
                </a:schemeClr>
              </a:gs>
            </a:gsLst>
            <a:lin ang="52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5E19E54-3987-D72A-629F-B4FB61FCC4E9}"/>
              </a:ext>
            </a:extLst>
          </p:cNvPr>
          <p:cNvSpPr/>
          <p:nvPr/>
        </p:nvSpPr>
        <p:spPr>
          <a:xfrm flipH="1">
            <a:off x="0" y="5597112"/>
            <a:ext cx="7620000" cy="1260888"/>
          </a:xfrm>
          <a:prstGeom prst="rect">
            <a:avLst/>
          </a:prstGeom>
          <a:gradFill flip="none" rotWithShape="1">
            <a:gsLst>
              <a:gs pos="21830">
                <a:schemeClr val="accent1">
                  <a:alpha val="29000"/>
                </a:schemeClr>
              </a:gs>
              <a:gs pos="0">
                <a:schemeClr val="accent5">
                  <a:lumMod val="60000"/>
                  <a:lumOff val="40000"/>
                  <a:alpha val="84000"/>
                </a:schemeClr>
              </a:gs>
              <a:gs pos="57000">
                <a:schemeClr val="bg1">
                  <a:alpha val="0"/>
                </a:schemeClr>
              </a:gs>
            </a:gsLst>
            <a:lin ang="16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34DF899-11E5-3A31-4C5A-75E63BA26BC6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6620256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44331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341" y="1005840"/>
            <a:ext cx="5098676" cy="885847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0"/>
            <a:ext cx="5627801" cy="685800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C8F33F2-F4BB-B275-F273-C808EF0E4C3F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3F4D515-6DB5-140D-B839-CB332F27BDD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146341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24E981-2AEE-AD42-76FB-6003D79DAE8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5767" y="2047285"/>
            <a:ext cx="5098675" cy="4048715"/>
          </a:xfrm>
        </p:spPr>
        <p:txBody>
          <a:bodyPr rIns="4572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69FB954-0266-229D-9FE8-7EEDE4102171}"/>
              </a:ext>
            </a:extLst>
          </p:cNvPr>
          <p:cNvCxnSpPr>
            <a:cxnSpLocks/>
          </p:cNvCxnSpPr>
          <p:nvPr/>
        </p:nvCxnSpPr>
        <p:spPr>
          <a:xfrm flipH="1">
            <a:off x="6247224" y="751313"/>
            <a:ext cx="555006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8637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4984"/>
            <a:ext cx="2820593" cy="2018221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8772B0-B493-B608-E389-35329DEF2016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fld id="{323EC03A-74B3-46B6-A70D-0B367EABDC7F}" type="datetime1">
              <a:rPr lang="en-US" smtClean="0"/>
              <a:t>4/14/2026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BFB2EA8-AADE-E8CD-890F-EA9F9968B25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668134" y="210114"/>
            <a:ext cx="330200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854D38F-A697-A216-CCCB-0C1A9DCBD2F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178517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669802" y="1014984"/>
            <a:ext cx="3951867" cy="5088504"/>
          </a:xfrm>
        </p:spPr>
        <p:txBody>
          <a:bodyPr rIns="27432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5A7BF66-FFF1-E318-9AFE-331E011D59C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288976" y="0"/>
            <a:ext cx="3903023" cy="68579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A521034-7090-2D31-55C9-25FDCC8BE1D5}"/>
              </a:ext>
            </a:extLst>
          </p:cNvPr>
          <p:cNvCxnSpPr>
            <a:cxnSpLocks/>
          </p:cNvCxnSpPr>
          <p:nvPr/>
        </p:nvCxnSpPr>
        <p:spPr>
          <a:xfrm flipH="1">
            <a:off x="397002" y="751313"/>
            <a:ext cx="729776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BEA23E8F-F4E2-0421-02A4-4F2398C907D3}"/>
              </a:ext>
            </a:extLst>
          </p:cNvPr>
          <p:cNvSpPr/>
          <p:nvPr/>
        </p:nvSpPr>
        <p:spPr>
          <a:xfrm flipH="1">
            <a:off x="0" y="3644910"/>
            <a:ext cx="1854200" cy="3213090"/>
          </a:xfrm>
          <a:prstGeom prst="rect">
            <a:avLst/>
          </a:prstGeom>
          <a:gradFill>
            <a:gsLst>
              <a:gs pos="60000">
                <a:schemeClr val="bg2">
                  <a:alpha val="0"/>
                </a:schemeClr>
              </a:gs>
              <a:gs pos="100000">
                <a:schemeClr val="accent6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82988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2834639"/>
            <a:ext cx="3014382" cy="292608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DA51E54-3166-19CA-EB55-5DFFB9426CAD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17796" y="0"/>
            <a:ext cx="12209796" cy="242009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80560" y="2834640"/>
            <a:ext cx="7200900" cy="2926080"/>
          </a:xfrm>
        </p:spPr>
        <p:txBody>
          <a:bodyPr>
            <a:noAutofit/>
          </a:bodyPr>
          <a:lstStyle>
            <a:lvl1pPr marL="285750" indent="-285750">
              <a:buFont typeface="Arial" panose="020B0604020202020204" pitchFamily="34" charset="0"/>
              <a:buNone/>
              <a:defRPr sz="1800"/>
            </a:lvl1pPr>
            <a:lvl2pPr marL="514350" indent="-285750">
              <a:buFont typeface="Arial" panose="020B0604020202020204" pitchFamily="34" charset="0"/>
              <a:buNone/>
              <a:defRPr sz="16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200"/>
            </a:lvl4pPr>
            <a:lvl5pPr marL="1085850" indent="-171450">
              <a:buFont typeface="Arial" panose="020B0604020202020204" pitchFamily="34" charset="0"/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9AA293A1-7F80-90D9-D8FF-27238ADD7956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6274033"/>
            <a:ext cx="3014382" cy="365760"/>
          </a:xfrm>
        </p:spPr>
        <p:txBody>
          <a:bodyPr/>
          <a:lstStyle/>
          <a:p>
            <a:fld id="{FBC323F5-F813-45BA-B261-A7C41DB03AE5}" type="datetime1">
              <a:rPr lang="en-US" smtClean="0"/>
              <a:t>4/14/2026</a:t>
            </a:fld>
            <a:endParaRPr lang="en-US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3BD91724-58CE-FA68-1E24-9CD57621C1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480560" y="6274033"/>
            <a:ext cx="316230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3B9AC797-2D9B-C7AC-550D-157FEDA3800D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292840" y="6274033"/>
            <a:ext cx="568917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ABDDCA5B-BBAB-ABCD-27B8-D3CD17FD04BC}"/>
              </a:ext>
            </a:extLst>
          </p:cNvPr>
          <p:cNvCxnSpPr>
            <a:cxnSpLocks/>
          </p:cNvCxnSpPr>
          <p:nvPr/>
        </p:nvCxnSpPr>
        <p:spPr>
          <a:xfrm flipH="1">
            <a:off x="394716" y="609519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798591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124712"/>
            <a:ext cx="6035040" cy="118872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B6B1A-D5A1-4BE6-F356-717BCDE641E2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10114"/>
            <a:ext cx="1759288" cy="365760"/>
          </a:xfrm>
        </p:spPr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F832-23A2-A613-62C4-CB5A46DFFDA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40ECE9-B681-F022-60D1-1A016882C82F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85A6D87B-55DF-483B-0AF7-E6F2B6041C8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776" y="2629095"/>
            <a:ext cx="6286500" cy="3729912"/>
          </a:xfrm>
          <a:blipFill>
            <a:blip r:embed="rId2">
              <a:alphaModFix amt="60000"/>
            </a:blip>
            <a:stretch>
              <a:fillRect b="-13379"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1124712"/>
            <a:ext cx="3683000" cy="523429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51E514-0366-08AF-7655-4232DA4DBADF}"/>
              </a:ext>
            </a:extLst>
          </p:cNvPr>
          <p:cNvSpPr/>
          <p:nvPr/>
        </p:nvSpPr>
        <p:spPr>
          <a:xfrm flipH="1">
            <a:off x="3009900" y="5797487"/>
            <a:ext cx="9182100" cy="1060512"/>
          </a:xfrm>
          <a:prstGeom prst="rect">
            <a:avLst/>
          </a:prstGeom>
          <a:gradFill>
            <a:gsLst>
              <a:gs pos="55000">
                <a:schemeClr val="bg2">
                  <a:alpha val="0"/>
                </a:schemeClr>
              </a:gs>
              <a:gs pos="100000">
                <a:schemeClr val="accent4"/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817AFFE-A609-63B8-B679-F0129190A122}"/>
              </a:ext>
            </a:extLst>
          </p:cNvPr>
          <p:cNvSpPr/>
          <p:nvPr/>
        </p:nvSpPr>
        <p:spPr>
          <a:xfrm rot="5400000" flipH="1">
            <a:off x="9426287" y="4092286"/>
            <a:ext cx="4807525" cy="723901"/>
          </a:xfrm>
          <a:prstGeom prst="rect">
            <a:avLst/>
          </a:prstGeom>
          <a:gradFill>
            <a:gsLst>
              <a:gs pos="47000">
                <a:schemeClr val="bg2">
                  <a:alpha val="0"/>
                </a:schemeClr>
              </a:gs>
              <a:gs pos="100000">
                <a:schemeClr val="accent3">
                  <a:lumMod val="40000"/>
                  <a:lumOff val="60000"/>
                  <a:alpha val="61000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95975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60120"/>
            <a:ext cx="7726680" cy="914400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907AE70-2FE3-1872-0811-BC089F61285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301752" y="203862"/>
            <a:ext cx="2286000" cy="365760"/>
          </a:xfrm>
        </p:spPr>
        <p:txBody>
          <a:bodyPr/>
          <a:lstStyle/>
          <a:p>
            <a:fld id="{6D40D1C1-6E49-4083-B78C-1B50EA73104C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497486-A221-C6D1-050D-0B3DB326465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4942516" y="203862"/>
            <a:ext cx="2377440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93EE6EB-FF56-B8A3-1408-5C43C49B256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7540537" y="203862"/>
            <a:ext cx="602991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01751" y="2194560"/>
            <a:ext cx="7726680" cy="4206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E2866F3-0262-FC88-23E2-359D75EA8A79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663152" y="0"/>
            <a:ext cx="3528848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1A1B53F-5BA2-09DF-9A48-941699CA2D54}"/>
              </a:ext>
            </a:extLst>
          </p:cNvPr>
          <p:cNvCxnSpPr>
            <a:cxnSpLocks/>
          </p:cNvCxnSpPr>
          <p:nvPr/>
        </p:nvCxnSpPr>
        <p:spPr>
          <a:xfrm flipH="1">
            <a:off x="457202" y="751313"/>
            <a:ext cx="7589520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484456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0016" y="957435"/>
            <a:ext cx="6400800" cy="885847"/>
          </a:xfrm>
        </p:spPr>
        <p:txBody>
          <a:bodyPr rIns="548640" anchor="b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96EE962-E57A-8EDB-7169-6EB04FA7539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2" y="0"/>
            <a:ext cx="4698090" cy="685800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A362DD-3333-1184-E97C-2FDF9D599F49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5213149" y="212239"/>
            <a:ext cx="2208276" cy="365760"/>
          </a:xfrm>
        </p:spPr>
        <p:txBody>
          <a:bodyPr/>
          <a:lstStyle/>
          <a:p>
            <a:fld id="{E74C9532-5249-4EF8-9302-9703A89C50A6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1225D-49EF-5752-ACF2-F43EB2B3633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7619999" y="210114"/>
            <a:ext cx="2297151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1012C-B1FA-A889-A45D-1DA431A41443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210016" y="2054715"/>
            <a:ext cx="6400800" cy="4502965"/>
          </a:xfrm>
        </p:spPr>
        <p:txBody>
          <a:bodyPr rIns="5486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D4FBA1-5448-1E5A-42E9-23AAC06CC512}"/>
              </a:ext>
            </a:extLst>
          </p:cNvPr>
          <p:cNvCxnSpPr>
            <a:cxnSpLocks/>
          </p:cNvCxnSpPr>
          <p:nvPr/>
        </p:nvCxnSpPr>
        <p:spPr>
          <a:xfrm flipH="1">
            <a:off x="5319887" y="751313"/>
            <a:ext cx="6477397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560260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0934"/>
            <a:ext cx="3507418" cy="1398494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9326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51351" y="2680447"/>
            <a:ext cx="3357819" cy="366208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606EA5C-4A14-95D3-20DF-1EEB607C889B}"/>
              </a:ext>
            </a:extLst>
          </p:cNvPr>
          <p:cNvSpPr/>
          <p:nvPr/>
        </p:nvSpPr>
        <p:spPr>
          <a:xfrm flipH="1">
            <a:off x="2171702" y="5847066"/>
            <a:ext cx="10020298" cy="1010934"/>
          </a:xfrm>
          <a:prstGeom prst="rect">
            <a:avLst/>
          </a:prstGeom>
          <a:gradFill>
            <a:gsLst>
              <a:gs pos="52000">
                <a:schemeClr val="bg2">
                  <a:alpha val="0"/>
                </a:schemeClr>
              </a:gs>
              <a:gs pos="76000">
                <a:schemeClr val="accent1">
                  <a:lumMod val="50000"/>
                  <a:alpha val="39000"/>
                </a:schemeClr>
              </a:gs>
              <a:gs pos="100000">
                <a:schemeClr val="accent5">
                  <a:alpha val="68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5652D2-BF56-96CE-426B-26972C38434D}"/>
              </a:ext>
            </a:extLst>
          </p:cNvPr>
          <p:cNvSpPr/>
          <p:nvPr/>
        </p:nvSpPr>
        <p:spPr>
          <a:xfrm rot="16200000" flipH="1">
            <a:off x="7767364" y="2433362"/>
            <a:ext cx="4944033" cy="3905239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40000"/>
                </a:schemeClr>
              </a:gs>
              <a:gs pos="32000">
                <a:schemeClr val="bg1">
                  <a:alpha val="0"/>
                </a:schemeClr>
              </a:gs>
            </a:gsLst>
            <a:lin ang="14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CA30D42-B5FE-EAD1-8419-4AD002C32B1F}"/>
              </a:ext>
            </a:extLst>
          </p:cNvPr>
          <p:cNvCxnSpPr>
            <a:cxnSpLocks/>
          </p:cNvCxnSpPr>
          <p:nvPr/>
        </p:nvCxnSpPr>
        <p:spPr>
          <a:xfrm>
            <a:off x="4426824" y="1075765"/>
            <a:ext cx="0" cy="4944035"/>
          </a:xfrm>
          <a:prstGeom prst="line">
            <a:avLst/>
          </a:prstGeom>
          <a:ln w="6350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32679" y="1010932"/>
            <a:ext cx="6492240" cy="521208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2813700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19811"/>
            <a:ext cx="3419380" cy="1856553"/>
          </a:xfrm>
        </p:spPr>
        <p:txBody>
          <a:bodyPr anchor="t"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602332-ECCE-37C9-0CA1-1743D107C8E3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D4A97960-D10E-4C66-898F-E062784CD6C7}" type="datetime1">
              <a:rPr lang="en-US" smtClean="0"/>
              <a:t>4/14/2026</a:t>
            </a:fld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CA8E192A-D6F1-1585-7133-0041C85402E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478969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37B541-595D-1700-6A76-9AF7590B186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F24C464-705C-DC78-DD20-9EFEB717ED2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82390" y="3045041"/>
            <a:ext cx="3338742" cy="329748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78968" y="1019810"/>
            <a:ext cx="7315200" cy="55778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6709571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6BF28860-8FEF-73E6-FEDF-176AC5D70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6998" y="4907611"/>
            <a:ext cx="5320285" cy="1438873"/>
          </a:xfrm>
        </p:spPr>
        <p:txBody>
          <a:bodyPr anchor="t"/>
          <a:lstStyle>
            <a:lvl1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7B77AD4-7B4F-4A76-ADEB-9CF6601338DB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5B446035-33B1-F0D9-18B1-58E177267E3A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766763"/>
            <a:ext cx="11320462" cy="3489325"/>
          </a:xfrm>
        </p:spPr>
        <p:txBody>
          <a:bodyPr/>
          <a:lstStyle>
            <a:lvl1pPr>
              <a:lnSpc>
                <a:spcPct val="85000"/>
              </a:lnSpc>
              <a:defRPr sz="240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F77A56B-CD68-22F4-F473-A2063E81D70D}"/>
              </a:ext>
            </a:extLst>
          </p:cNvPr>
          <p:cNvCxnSpPr>
            <a:cxnSpLocks/>
          </p:cNvCxnSpPr>
          <p:nvPr/>
        </p:nvCxnSpPr>
        <p:spPr>
          <a:xfrm flipH="1">
            <a:off x="394716" y="4662243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13875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0">
            <a:extLst>
              <a:ext uri="{FF2B5EF4-FFF2-40B4-BE49-F238E27FC236}">
                <a16:creationId xmlns:a16="http://schemas.microsoft.com/office/drawing/2014/main" id="{DD010CB8-5ADF-D96A-0AE8-D830AFDEB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2485" y="1100831"/>
            <a:ext cx="3503935" cy="3811825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DE8C0-7863-A0F4-9EFB-60B2F8DD221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E7D3A11-047C-4AE4-9A54-AA0426E18492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E20381-0150-ABDF-3C66-3E77DA79EE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AD7FDD-1157-5BB4-4A9F-3F35CE7FF47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205AA2D5-1683-397E-F373-FD43CF41C3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1192305"/>
            <a:ext cx="6354305" cy="5302119"/>
          </a:xfrm>
        </p:spPr>
        <p:txBody>
          <a:bodyPr anchor="b"/>
          <a:lstStyle>
            <a:lvl1pPr>
              <a:lnSpc>
                <a:spcPct val="85000"/>
              </a:lnSpc>
              <a:defRPr sz="16700">
                <a:gradFill>
                  <a:gsLst>
                    <a:gs pos="0">
                      <a:schemeClr val="accent6"/>
                    </a:gs>
                    <a:gs pos="46000">
                      <a:schemeClr val="accent1"/>
                    </a:gs>
                    <a:gs pos="100000">
                      <a:schemeClr val="accent3">
                        <a:lumMod val="60000"/>
                        <a:lumOff val="40000"/>
                      </a:schemeClr>
                    </a:gs>
                  </a:gsLst>
                  <a:lin ang="42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A889F67-0B6B-A4B3-54DF-0A8015E5486C}"/>
              </a:ext>
            </a:extLst>
          </p:cNvPr>
          <p:cNvCxnSpPr>
            <a:cxnSpLocks/>
          </p:cNvCxnSpPr>
          <p:nvPr/>
        </p:nvCxnSpPr>
        <p:spPr>
          <a:xfrm flipV="1">
            <a:off x="7083125" y="1192305"/>
            <a:ext cx="0" cy="4711453"/>
          </a:xfrm>
          <a:prstGeom prst="line">
            <a:avLst/>
          </a:prstGeom>
          <a:ln w="6350">
            <a:solidFill>
              <a:schemeClr val="tx1">
                <a:lumMod val="65000"/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411602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F6789B03-A237-8E25-DB32-95E92EBCC3A2}"/>
              </a:ext>
            </a:extLst>
          </p:cNvPr>
          <p:cNvSpPr/>
          <p:nvPr/>
        </p:nvSpPr>
        <p:spPr>
          <a:xfrm rot="10800000" flipH="1" flipV="1">
            <a:off x="1175658" y="0"/>
            <a:ext cx="11016342" cy="6858000"/>
          </a:xfrm>
          <a:prstGeom prst="rect">
            <a:avLst/>
          </a:prstGeom>
          <a:gradFill flip="none" rotWithShape="1">
            <a:gsLst>
              <a:gs pos="61500">
                <a:schemeClr val="accent1">
                  <a:alpha val="50000"/>
                </a:schemeClr>
              </a:gs>
              <a:gs pos="40000">
                <a:schemeClr val="accent5">
                  <a:alpha val="50000"/>
                </a:schemeClr>
              </a:gs>
              <a:gs pos="6000">
                <a:schemeClr val="bg2"/>
              </a:gs>
              <a:gs pos="94000">
                <a:schemeClr val="bg2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51B9B-74D4-3A3F-E369-214B13D8B83C}"/>
              </a:ext>
            </a:extLst>
          </p:cNvPr>
          <p:cNvSpPr/>
          <p:nvPr/>
        </p:nvSpPr>
        <p:spPr>
          <a:xfrm rot="16200000" flipV="1">
            <a:off x="6267450" y="933451"/>
            <a:ext cx="6858000" cy="4991099"/>
          </a:xfrm>
          <a:prstGeom prst="rect">
            <a:avLst/>
          </a:prstGeom>
          <a:gradFill>
            <a:gsLst>
              <a:gs pos="3000">
                <a:schemeClr val="accent6">
                  <a:lumMod val="75000"/>
                </a:schemeClr>
              </a:gs>
              <a:gs pos="65000">
                <a:schemeClr val="accent4">
                  <a:lumMod val="50000"/>
                  <a:alpha val="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1D28BDD-509C-1D92-D003-9C8B1DAEC620}"/>
              </a:ext>
            </a:extLst>
          </p:cNvPr>
          <p:cNvSpPr/>
          <p:nvPr/>
        </p:nvSpPr>
        <p:spPr>
          <a:xfrm flipH="1" flipV="1">
            <a:off x="2764971" y="4219356"/>
            <a:ext cx="9427029" cy="2638644"/>
          </a:xfrm>
          <a:prstGeom prst="rect">
            <a:avLst/>
          </a:prstGeom>
          <a:gradFill flip="none" rotWithShape="1">
            <a:gsLst>
              <a:gs pos="0">
                <a:schemeClr val="accent3"/>
              </a:gs>
              <a:gs pos="52000">
                <a:schemeClr val="bg2">
                  <a:alpha val="0"/>
                </a:schemeClr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26BBCE4-74E2-A371-85F6-5E780BA94CAA}"/>
              </a:ext>
            </a:extLst>
          </p:cNvPr>
          <p:cNvSpPr/>
          <p:nvPr/>
        </p:nvSpPr>
        <p:spPr>
          <a:xfrm flipV="1">
            <a:off x="1524" y="1858018"/>
            <a:ext cx="12188952" cy="4999982"/>
          </a:xfrm>
          <a:prstGeom prst="rect">
            <a:avLst/>
          </a:prstGeom>
          <a:gradFill>
            <a:gsLst>
              <a:gs pos="28000">
                <a:schemeClr val="bg2"/>
              </a:gs>
              <a:gs pos="56000">
                <a:schemeClr val="bg2"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E400EE4-4D39-7F3B-C68E-A9F042877A92}"/>
              </a:ext>
            </a:extLst>
          </p:cNvPr>
          <p:cNvCxnSpPr>
            <a:cxnSpLocks/>
          </p:cNvCxnSpPr>
          <p:nvPr/>
        </p:nvCxnSpPr>
        <p:spPr>
          <a:xfrm flipH="1">
            <a:off x="394716" y="486815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10">
            <a:extLst>
              <a:ext uri="{FF2B5EF4-FFF2-40B4-BE49-F238E27FC236}">
                <a16:creationId xmlns:a16="http://schemas.microsoft.com/office/drawing/2014/main" id="{2548AAB2-8D73-965E-CC0B-7865E812C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7001" y="5056104"/>
            <a:ext cx="5320284" cy="1322290"/>
          </a:xfrm>
        </p:spPr>
        <p:txBody>
          <a:bodyPr anchor="t"/>
          <a:lstStyle>
            <a:lvl1pPr algn="r">
              <a:lnSpc>
                <a:spcPct val="120000"/>
              </a:lnSpc>
              <a:spcBef>
                <a:spcPts val="1000"/>
              </a:spcBef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459F1889-15CA-49B5-957D-AFEE32125C9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08B8EC79-A8CC-7A55-D80D-9F557250E751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20317C40-C1F7-2A61-6EFC-9DBC5587444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9">
            <a:extLst>
              <a:ext uri="{FF2B5EF4-FFF2-40B4-BE49-F238E27FC236}">
                <a16:creationId xmlns:a16="http://schemas.microsoft.com/office/drawing/2014/main" id="{D9D57452-6086-AD7E-BB02-6CEEDA958256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638" y="965289"/>
            <a:ext cx="11087974" cy="3423256"/>
          </a:xfrm>
        </p:spPr>
        <p:txBody>
          <a:bodyPr anchor="t"/>
          <a:lstStyle>
            <a:lvl1pPr>
              <a:lnSpc>
                <a:spcPct val="85000"/>
              </a:lnSpc>
              <a:defRPr sz="244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840991326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mber Lar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1D28BDD-509C-1D92-D003-9C8B1DAEC620}"/>
              </a:ext>
            </a:extLst>
          </p:cNvPr>
          <p:cNvSpPr/>
          <p:nvPr/>
        </p:nvSpPr>
        <p:spPr>
          <a:xfrm flipH="1" flipV="1">
            <a:off x="-1" y="2200164"/>
            <a:ext cx="12192000" cy="4657836"/>
          </a:xfrm>
          <a:prstGeom prst="rect">
            <a:avLst/>
          </a:prstGeom>
          <a:gradFill>
            <a:gsLst>
              <a:gs pos="0">
                <a:schemeClr val="accent2"/>
              </a:gs>
              <a:gs pos="47000">
                <a:schemeClr val="bg2"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789B03-A237-8E25-DB32-95E92EBCC3A2}"/>
              </a:ext>
            </a:extLst>
          </p:cNvPr>
          <p:cNvSpPr/>
          <p:nvPr/>
        </p:nvSpPr>
        <p:spPr>
          <a:xfrm rot="10800000" flipH="1" flipV="1">
            <a:off x="5325644" y="726090"/>
            <a:ext cx="6866356" cy="6131909"/>
          </a:xfrm>
          <a:prstGeom prst="rect">
            <a:avLst/>
          </a:prstGeom>
          <a:gradFill flip="none" rotWithShape="1">
            <a:gsLst>
              <a:gs pos="20000">
                <a:schemeClr val="accent3">
                  <a:lumMod val="60000"/>
                  <a:lumOff val="40000"/>
                  <a:alpha val="67000"/>
                </a:schemeClr>
              </a:gs>
              <a:gs pos="5000">
                <a:schemeClr val="tx2">
                  <a:alpha val="94000"/>
                </a:schemeClr>
              </a:gs>
              <a:gs pos="70000">
                <a:schemeClr val="bg2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B651B9B-74D4-3A3F-E369-214B13D8B83C}"/>
              </a:ext>
            </a:extLst>
          </p:cNvPr>
          <p:cNvSpPr/>
          <p:nvPr/>
        </p:nvSpPr>
        <p:spPr>
          <a:xfrm rot="16200000" flipV="1">
            <a:off x="6683189" y="1349189"/>
            <a:ext cx="6858000" cy="415962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</a:schemeClr>
              </a:gs>
              <a:gs pos="63000">
                <a:schemeClr val="bg2">
                  <a:alpha val="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E400EE4-4D39-7F3B-C68E-A9F042877A92}"/>
              </a:ext>
            </a:extLst>
          </p:cNvPr>
          <p:cNvCxnSpPr>
            <a:cxnSpLocks/>
          </p:cNvCxnSpPr>
          <p:nvPr/>
        </p:nvCxnSpPr>
        <p:spPr>
          <a:xfrm flipH="1">
            <a:off x="394716" y="487636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itle 10">
            <a:extLst>
              <a:ext uri="{FF2B5EF4-FFF2-40B4-BE49-F238E27FC236}">
                <a16:creationId xmlns:a16="http://schemas.microsoft.com/office/drawing/2014/main" id="{6E27F960-EB1F-031C-F95C-2380BB06B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949" y="5125006"/>
            <a:ext cx="8420100" cy="728222"/>
          </a:xfrm>
        </p:spPr>
        <p:txBody>
          <a:bodyPr anchor="ctr"/>
          <a:lstStyle>
            <a:lvl1pPr algn="ctr">
              <a:lnSpc>
                <a:spcPct val="120000"/>
              </a:lnSpc>
              <a:spcBef>
                <a:spcPts val="1000"/>
              </a:spcBef>
              <a:defRPr sz="2000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A34236BC-4366-0C69-F209-C904D38401F8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23900" y="726090"/>
            <a:ext cx="10744200" cy="3860382"/>
          </a:xfrm>
        </p:spPr>
        <p:txBody>
          <a:bodyPr anchor="b"/>
          <a:lstStyle>
            <a:lvl1pPr algn="ctr">
              <a:lnSpc>
                <a:spcPct val="85000"/>
              </a:lnSpc>
              <a:defRPr sz="255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17591FD-2E75-A22D-FBA7-02D7E815F645}"/>
              </a:ext>
            </a:extLst>
          </p:cNvPr>
          <p:cNvCxnSpPr>
            <a:cxnSpLocks/>
          </p:cNvCxnSpPr>
          <p:nvPr/>
        </p:nvCxnSpPr>
        <p:spPr>
          <a:xfrm flipH="1">
            <a:off x="394716" y="6091872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38FB55F3-AB08-16DF-AAC9-DD747B27C4E2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301752" y="6286290"/>
            <a:ext cx="1759288" cy="365760"/>
          </a:xfrm>
        </p:spPr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E16155A7-4EE1-631B-DE09-AD84BEA5F71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7622485" y="6286290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711E54C-F006-9166-CC7B-F217541169A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6286290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6798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0BED7B15-76E6-E98E-A0BB-6188FC145CDD}"/>
              </a:ext>
            </a:extLst>
          </p:cNvPr>
          <p:cNvSpPr/>
          <p:nvPr/>
        </p:nvSpPr>
        <p:spPr>
          <a:xfrm rot="10800000"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50000">
                <a:schemeClr val="accent3">
                  <a:lumMod val="60000"/>
                  <a:lumOff val="40000"/>
                  <a:alpha val="75000"/>
                </a:schemeClr>
              </a:gs>
              <a:gs pos="0">
                <a:schemeClr val="accent1">
                  <a:lumMod val="50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3602343-A974-BE4B-41E6-58237921FB4D}"/>
              </a:ext>
            </a:extLst>
          </p:cNvPr>
          <p:cNvSpPr/>
          <p:nvPr/>
        </p:nvSpPr>
        <p:spPr>
          <a:xfrm flipH="1">
            <a:off x="3683466" y="0"/>
            <a:ext cx="8508534" cy="6858000"/>
          </a:xfrm>
          <a:prstGeom prst="rect">
            <a:avLst/>
          </a:prstGeom>
          <a:gradFill flip="none" rotWithShape="1">
            <a:gsLst>
              <a:gs pos="6000">
                <a:schemeClr val="accent3">
                  <a:lumMod val="40000"/>
                  <a:lumOff val="60000"/>
                </a:schemeClr>
              </a:gs>
              <a:gs pos="73000">
                <a:schemeClr val="accent3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1022E84-7D91-EFA0-CBCA-F9AC98E6181F}"/>
              </a:ext>
            </a:extLst>
          </p:cNvPr>
          <p:cNvSpPr/>
          <p:nvPr/>
        </p:nvSpPr>
        <p:spPr>
          <a:xfrm rot="5400000">
            <a:off x="1670408" y="-1670408"/>
            <a:ext cx="7492544" cy="10833360"/>
          </a:xfrm>
          <a:prstGeom prst="rect">
            <a:avLst/>
          </a:prstGeom>
          <a:gradFill flip="none" rotWithShape="1">
            <a:gsLst>
              <a:gs pos="58000">
                <a:schemeClr val="accent2">
                  <a:alpha val="0"/>
                </a:schemeClr>
              </a:gs>
              <a:gs pos="98000">
                <a:schemeClr val="accent6">
                  <a:lumMod val="75000"/>
                </a:schemeClr>
              </a:gs>
            </a:gsLst>
            <a:lin ang="96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DA0DC0-3518-750A-3821-192C03B2D059}"/>
              </a:ext>
            </a:extLst>
          </p:cNvPr>
          <p:cNvSpPr/>
          <p:nvPr/>
        </p:nvSpPr>
        <p:spPr>
          <a:xfrm rot="10800000">
            <a:off x="5031742" y="-20336"/>
            <a:ext cx="7160258" cy="6878336"/>
          </a:xfrm>
          <a:prstGeom prst="rect">
            <a:avLst/>
          </a:prstGeom>
          <a:gradFill>
            <a:gsLst>
              <a:gs pos="30000">
                <a:schemeClr val="accent4">
                  <a:lumMod val="60000"/>
                  <a:lumOff val="40000"/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402F4-533A-849C-ACAD-039056A5D174}"/>
              </a:ext>
            </a:extLst>
          </p:cNvPr>
          <p:cNvSpPr/>
          <p:nvPr/>
        </p:nvSpPr>
        <p:spPr>
          <a:xfrm flipH="1">
            <a:off x="8961" y="2704579"/>
            <a:ext cx="12183038" cy="4153421"/>
          </a:xfrm>
          <a:prstGeom prst="rect">
            <a:avLst/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68000">
                <a:schemeClr val="bg2">
                  <a:alpha val="67000"/>
                </a:schemeClr>
              </a:gs>
              <a:gs pos="90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02E0CC3F-E257-4F6E-9E6A-B96D887699EC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88124DA4-1249-371C-65BA-0AAC0239D4C1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274320" y="2704946"/>
            <a:ext cx="9801225" cy="3538538"/>
          </a:xfrm>
        </p:spPr>
        <p:txBody>
          <a:bodyPr anchor="b"/>
          <a:lstStyle>
            <a:lvl1pPr>
              <a:lnSpc>
                <a:spcPct val="100000"/>
              </a:lnSpc>
              <a:defRPr sz="5400"/>
            </a:lvl1pPr>
            <a:lvl2pPr>
              <a:lnSpc>
                <a:spcPct val="100000"/>
              </a:lnSpc>
              <a:defRPr sz="4800"/>
            </a:lvl2pPr>
            <a:lvl3pPr>
              <a:lnSpc>
                <a:spcPct val="100000"/>
              </a:lnSpc>
              <a:defRPr sz="4400"/>
            </a:lvl3pPr>
            <a:lvl4pPr>
              <a:lnSpc>
                <a:spcPct val="100000"/>
              </a:lnSpc>
              <a:defRPr sz="4000"/>
            </a:lvl4pPr>
            <a:lvl5pPr>
              <a:lnSpc>
                <a:spcPct val="100000"/>
              </a:lnSpc>
              <a:defRPr sz="36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5494267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2CF1CF0-C3ED-5EA1-C726-EBAC66FC459E}"/>
              </a:ext>
            </a:extLst>
          </p:cNvPr>
          <p:cNvGrpSpPr/>
          <p:nvPr/>
        </p:nvGrpSpPr>
        <p:grpSpPr>
          <a:xfrm rot="10800000">
            <a:off x="1" y="0"/>
            <a:ext cx="12190476" cy="6858000"/>
            <a:chOff x="-9781" y="3912"/>
            <a:chExt cx="12211365" cy="6858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09BA6A3A-21BC-BCE6-BC2B-B42FA75A49EF}"/>
                </a:ext>
              </a:extLst>
            </p:cNvPr>
            <p:cNvSpPr/>
            <p:nvPr/>
          </p:nvSpPr>
          <p:spPr>
            <a:xfrm>
              <a:off x="-9780" y="3912"/>
              <a:ext cx="12209838" cy="685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FB24053-097C-6D55-5E0C-0603408E5C88}"/>
                </a:ext>
              </a:extLst>
            </p:cNvPr>
            <p:cNvSpPr/>
            <p:nvPr/>
          </p:nvSpPr>
          <p:spPr>
            <a:xfrm rot="5400000" flipH="1">
              <a:off x="2666140" y="-2672008"/>
              <a:ext cx="6857996" cy="12209838"/>
            </a:xfrm>
            <a:prstGeom prst="rect">
              <a:avLst/>
            </a:prstGeom>
            <a:gradFill>
              <a:gsLst>
                <a:gs pos="0">
                  <a:schemeClr val="accent3">
                    <a:lumMod val="60000"/>
                    <a:lumOff val="40000"/>
                  </a:schemeClr>
                </a:gs>
                <a:gs pos="65000">
                  <a:schemeClr val="accent1">
                    <a:lumMod val="75000"/>
                    <a:alpha val="0"/>
                  </a:schemeClr>
                </a:gs>
              </a:gsLst>
              <a:lin ang="42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67536FF5-9154-5325-5E33-F0EC96653800}"/>
                </a:ext>
              </a:extLst>
            </p:cNvPr>
            <p:cNvSpPr/>
            <p:nvPr/>
          </p:nvSpPr>
          <p:spPr>
            <a:xfrm rot="16200000" flipH="1">
              <a:off x="2666139" y="-2672007"/>
              <a:ext cx="6858000" cy="12209838"/>
            </a:xfrm>
            <a:prstGeom prst="rect">
              <a:avLst/>
            </a:prstGeom>
            <a:gradFill flip="none" rotWithShape="1">
              <a:gsLst>
                <a:gs pos="0">
                  <a:schemeClr val="accent1">
                    <a:lumMod val="75000"/>
                  </a:schemeClr>
                </a:gs>
                <a:gs pos="32000">
                  <a:schemeClr val="accent5">
                    <a:alpha val="0"/>
                  </a:schemeClr>
                </a:gs>
              </a:gsLst>
              <a:lin ang="21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BFC185B-E462-A41C-3F22-C8625064206D}"/>
                </a:ext>
              </a:extLst>
            </p:cNvPr>
            <p:cNvSpPr/>
            <p:nvPr/>
          </p:nvSpPr>
          <p:spPr>
            <a:xfrm rot="5400000">
              <a:off x="4173989" y="-1164157"/>
              <a:ext cx="3842298" cy="12209838"/>
            </a:xfrm>
            <a:prstGeom prst="rect">
              <a:avLst/>
            </a:prstGeom>
            <a:gradFill>
              <a:gsLst>
                <a:gs pos="0">
                  <a:schemeClr val="accent6"/>
                </a:gs>
                <a:gs pos="48000">
                  <a:schemeClr val="accent1">
                    <a:lumMod val="50000"/>
                    <a:alpha val="0"/>
                  </a:schemeClr>
                </a:gs>
              </a:gsLst>
              <a:lin ang="114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49986CB-27CC-E8D1-6341-4F461EB28D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 flipH="1">
              <a:off x="5681150" y="3912"/>
              <a:ext cx="6520434" cy="6858000"/>
            </a:xfrm>
            <a:prstGeom prst="rect">
              <a:avLst/>
            </a:prstGeom>
            <a:gradFill flip="none" rotWithShape="1">
              <a:gsLst>
                <a:gs pos="8000">
                  <a:schemeClr val="bg2"/>
                </a:gs>
                <a:gs pos="71000">
                  <a:schemeClr val="accent6">
                    <a:alpha val="0"/>
                  </a:schemeClr>
                </a:gs>
              </a:gsLst>
              <a:path path="circle">
                <a:fillToRect r="100000" b="100000"/>
              </a:path>
              <a:tileRect l="-100000" t="-100000"/>
            </a:gra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BBFD9073-9E84-4C56-B5C8-FA6026186803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926628"/>
            <a:ext cx="8420099" cy="32299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5400" b="0">
                <a:solidFill>
                  <a:schemeClr val="tx1"/>
                </a:solidFill>
              </a:defRPr>
            </a:lvl1pPr>
            <a:lvl2pPr marL="228600" indent="0" algn="ctr">
              <a:lnSpc>
                <a:spcPct val="100000"/>
              </a:lnSpc>
              <a:buNone/>
              <a:defRPr sz="4800" b="0">
                <a:solidFill>
                  <a:schemeClr val="tx1"/>
                </a:solidFill>
              </a:defRPr>
            </a:lvl2pPr>
            <a:lvl3pPr marL="457200" indent="0" algn="ctr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3pPr>
            <a:lvl4pPr marL="685800" indent="0" algn="ctr">
              <a:lnSpc>
                <a:spcPct val="100000"/>
              </a:lnSpc>
              <a:buNone/>
              <a:defRPr sz="4000" b="0">
                <a:solidFill>
                  <a:schemeClr val="tx1"/>
                </a:solidFill>
              </a:defRPr>
            </a:lvl4pPr>
            <a:lvl5pPr marL="914400" indent="0" algn="ctr">
              <a:lnSpc>
                <a:spcPct val="100000"/>
              </a:lnSpc>
              <a:buNone/>
              <a:defRPr sz="36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7880333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FC5C2AD-3C50-C089-D649-A6D2273BB610}"/>
              </a:ext>
            </a:extLst>
          </p:cNvPr>
          <p:cNvSpPr/>
          <p:nvPr/>
        </p:nvSpPr>
        <p:spPr>
          <a:xfrm rot="16200000" flipH="1">
            <a:off x="5328160" y="-27729"/>
            <a:ext cx="1537858" cy="12189821"/>
          </a:xfrm>
          <a:prstGeom prst="rect">
            <a:avLst/>
          </a:prstGeom>
          <a:gradFill>
            <a:gsLst>
              <a:gs pos="38000">
                <a:schemeClr val="accent1">
                  <a:lumMod val="75000"/>
                  <a:alpha val="0"/>
                </a:schemeClr>
              </a:gs>
              <a:gs pos="96000">
                <a:schemeClr val="accent3">
                  <a:lumMod val="60000"/>
                  <a:lumOff val="40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D71008-F1A2-4E65-9AFD-4970D8007661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061286-C2FC-AEA2-F983-2178EAD2A63F}"/>
              </a:ext>
            </a:extLst>
          </p:cNvPr>
          <p:cNvSpPr/>
          <p:nvPr/>
        </p:nvSpPr>
        <p:spPr>
          <a:xfrm flipH="1" flipV="1">
            <a:off x="-3" y="2058528"/>
            <a:ext cx="8585201" cy="4799472"/>
          </a:xfrm>
          <a:prstGeom prst="rect">
            <a:avLst/>
          </a:prstGeom>
          <a:gradFill flip="none" rotWithShape="1">
            <a:gsLst>
              <a:gs pos="69000">
                <a:schemeClr val="accent1">
                  <a:alpha val="0"/>
                </a:schemeClr>
              </a:gs>
              <a:gs pos="30000">
                <a:schemeClr val="accent3">
                  <a:lumMod val="60000"/>
                  <a:lumOff val="40000"/>
                  <a:alpha val="47000"/>
                </a:schemeClr>
              </a:gs>
              <a:gs pos="0">
                <a:schemeClr val="tx1">
                  <a:alpha val="88000"/>
                </a:schemeClr>
              </a:gs>
              <a:gs pos="100000">
                <a:schemeClr val="bg2">
                  <a:alpha val="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4C601D0-F929-5C7E-ABB1-EDAE306F5314}"/>
              </a:ext>
            </a:extLst>
          </p:cNvPr>
          <p:cNvSpPr/>
          <p:nvPr/>
        </p:nvSpPr>
        <p:spPr>
          <a:xfrm>
            <a:off x="0" y="5298252"/>
            <a:ext cx="11044517" cy="1559747"/>
          </a:xfrm>
          <a:prstGeom prst="rect">
            <a:avLst/>
          </a:prstGeom>
          <a:gradFill>
            <a:gsLst>
              <a:gs pos="36000">
                <a:schemeClr val="accent6">
                  <a:alpha val="0"/>
                </a:schemeClr>
              </a:gs>
              <a:gs pos="91000">
                <a:schemeClr val="bg2"/>
              </a:gs>
            </a:gsLst>
            <a:lin ang="6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EF0725A-63D2-3C07-3E64-787784EF748D}"/>
              </a:ext>
            </a:extLst>
          </p:cNvPr>
          <p:cNvSpPr/>
          <p:nvPr/>
        </p:nvSpPr>
        <p:spPr>
          <a:xfrm>
            <a:off x="-1" y="1719695"/>
            <a:ext cx="12189822" cy="35785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74320" y="952500"/>
            <a:ext cx="9296400" cy="3578557"/>
          </a:xfrm>
        </p:spPr>
        <p:txBody>
          <a:bodyPr anchor="t">
            <a:noAutofit/>
          </a:bodyPr>
          <a:lstStyle>
            <a:lvl1pPr marL="0" indent="0">
              <a:lnSpc>
                <a:spcPct val="100000"/>
              </a:lnSpc>
              <a:buNone/>
              <a:defRPr sz="5000" b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462856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em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67344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49986CB-27CC-E8D1-6341-4F461EB28D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H="1">
            <a:off x="8055" y="3"/>
            <a:ext cx="5597866" cy="6857997"/>
          </a:xfrm>
          <a:prstGeom prst="rect">
            <a:avLst/>
          </a:prstGeom>
          <a:gradFill flip="none" rotWithShape="1">
            <a:gsLst>
              <a:gs pos="1149">
                <a:schemeClr val="bg2">
                  <a:alpha val="0"/>
                </a:schemeClr>
              </a:gs>
              <a:gs pos="31000">
                <a:schemeClr val="bg2"/>
              </a:gs>
              <a:gs pos="78000">
                <a:schemeClr val="accent6">
                  <a:alpha val="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B24053-097C-6D55-5E0C-0603408E5C88}"/>
              </a:ext>
            </a:extLst>
          </p:cNvPr>
          <p:cNvSpPr/>
          <p:nvPr userDrawn="1"/>
        </p:nvSpPr>
        <p:spPr>
          <a:xfrm rot="16200000" flipH="1">
            <a:off x="-801968" y="801971"/>
            <a:ext cx="6647886" cy="5043946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</a:schemeClr>
              </a:gs>
              <a:gs pos="64000">
                <a:schemeClr val="accent1">
                  <a:lumMod val="75000"/>
                  <a:alpha val="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9E12D21-0607-5120-F81C-6E1DA0652CFB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35CFC7E7-57B7-4617-A947-41F006E88028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E9E314-CB58-F3CE-7C32-D6103621A2D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2120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A1B35F-4D88-6EA9-8D55-4133CD961AF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3000478-6B9C-F9F2-C4B5-C9452F94C79C}"/>
              </a:ext>
            </a:extLst>
          </p:cNvPr>
          <p:cNvSpPr/>
          <p:nvPr userDrawn="1"/>
        </p:nvSpPr>
        <p:spPr>
          <a:xfrm rot="5400000" flipH="1">
            <a:off x="-433217" y="436937"/>
            <a:ext cx="6838297" cy="6003826"/>
          </a:xfrm>
          <a:prstGeom prst="rect">
            <a:avLst/>
          </a:prstGeom>
          <a:gradFill flip="none" rotWithShape="1">
            <a:gsLst>
              <a:gs pos="23000">
                <a:schemeClr val="bg2"/>
              </a:gs>
              <a:gs pos="55000">
                <a:schemeClr val="bg2">
                  <a:alpha val="0"/>
                </a:schemeClr>
              </a:gs>
            </a:gsLst>
            <a:lin ang="2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7536FF5-9154-5325-5E33-F0EC96653800}"/>
              </a:ext>
            </a:extLst>
          </p:cNvPr>
          <p:cNvSpPr/>
          <p:nvPr userDrawn="1"/>
        </p:nvSpPr>
        <p:spPr>
          <a:xfrm rot="5400000" flipH="1">
            <a:off x="3491683" y="1418303"/>
            <a:ext cx="1932033" cy="8947354"/>
          </a:xfrm>
          <a:prstGeom prst="rect">
            <a:avLst/>
          </a:prstGeom>
          <a:gradFill flip="none" rotWithShape="1">
            <a:gsLst>
              <a:gs pos="0">
                <a:schemeClr val="accent4"/>
              </a:gs>
              <a:gs pos="53000">
                <a:schemeClr val="bg2">
                  <a:alpha val="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9EC4EF12-D46B-1903-6274-05152A8CAB65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212080" y="762000"/>
            <a:ext cx="5717459" cy="5334000"/>
          </a:xfrm>
        </p:spPr>
        <p:txBody>
          <a:bodyPr anchor="t">
            <a:normAutofit/>
          </a:bodyPr>
          <a:lstStyle>
            <a:lvl1pPr>
              <a:lnSpc>
                <a:spcPct val="100000"/>
              </a:lnSpc>
              <a:defRPr sz="4800"/>
            </a:lvl1pPr>
            <a:lvl2pPr>
              <a:lnSpc>
                <a:spcPct val="100000"/>
              </a:lnSpc>
              <a:defRPr sz="4400"/>
            </a:lvl2pPr>
            <a:lvl3pPr>
              <a:lnSpc>
                <a:spcPct val="100000"/>
              </a:lnSpc>
              <a:defRPr sz="4000"/>
            </a:lvl3pPr>
            <a:lvl4pPr>
              <a:lnSpc>
                <a:spcPct val="100000"/>
              </a:lnSpc>
              <a:defRPr sz="3600"/>
            </a:lvl4pPr>
            <a:lvl5pPr>
              <a:lnSpc>
                <a:spcPct val="100000"/>
              </a:lnSpc>
              <a:defRPr sz="3200"/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6267140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008CFE4-4AC8-17F9-C6E2-22D96CF8106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774BFB-EECC-C995-E701-4CCEB032FC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3861412"/>
            <a:ext cx="12192000" cy="3010777"/>
          </a:xfrm>
          <a:prstGeom prst="rect">
            <a:avLst/>
          </a:prstGeom>
          <a:gradFill flip="none" rotWithShape="1">
            <a:gsLst>
              <a:gs pos="0">
                <a:schemeClr val="accent3">
                  <a:lumMod val="60000"/>
                  <a:lumOff val="40000"/>
                  <a:alpha val="70000"/>
                </a:schemeClr>
              </a:gs>
              <a:gs pos="50000">
                <a:schemeClr val="bg2">
                  <a:alpha val="0"/>
                </a:schemeClr>
              </a:gs>
            </a:gsLst>
            <a:lin ang="17160000" scaled="0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D2E260E-763F-A06B-2808-39975829F205}"/>
              </a:ext>
            </a:extLst>
          </p:cNvPr>
          <p:cNvSpPr/>
          <p:nvPr/>
        </p:nvSpPr>
        <p:spPr>
          <a:xfrm rot="5400000" flipH="1">
            <a:off x="2667005" y="-2666996"/>
            <a:ext cx="6857996" cy="12191993"/>
          </a:xfrm>
          <a:prstGeom prst="rect">
            <a:avLst/>
          </a:prstGeom>
          <a:gradFill>
            <a:gsLst>
              <a:gs pos="0">
                <a:schemeClr val="bg1"/>
              </a:gs>
              <a:gs pos="100000">
                <a:schemeClr val="accent1">
                  <a:lumMod val="75000"/>
                  <a:alpha val="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82642F-D94D-7313-EB9D-48E3CBEDD19C}"/>
              </a:ext>
            </a:extLst>
          </p:cNvPr>
          <p:cNvSpPr/>
          <p:nvPr/>
        </p:nvSpPr>
        <p:spPr>
          <a:xfrm rot="16200000" flipH="1">
            <a:off x="4381500" y="-4373435"/>
            <a:ext cx="3429000" cy="12175870"/>
          </a:xfrm>
          <a:prstGeom prst="rect">
            <a:avLst/>
          </a:prstGeom>
          <a:gradFill flip="none" rotWithShape="1">
            <a:gsLst>
              <a:gs pos="0">
                <a:schemeClr val="accent2"/>
              </a:gs>
              <a:gs pos="36000">
                <a:schemeClr val="accent6">
                  <a:alpha val="0"/>
                </a:schemeClr>
              </a:gs>
            </a:gsLst>
            <a:lin ang="21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900" y="4967784"/>
            <a:ext cx="8484108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BDAA3E-BE52-42BC-99E8-CCCB81A57ABD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900" y="1405719"/>
            <a:ext cx="8484108" cy="3087622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D1ECC83-D6FA-D54B-81F2-EE93577E016F}"/>
              </a:ext>
            </a:extLst>
          </p:cNvPr>
          <p:cNvCxnSpPr>
            <a:cxnSpLocks/>
          </p:cNvCxnSpPr>
          <p:nvPr userDrawn="1"/>
        </p:nvCxnSpPr>
        <p:spPr>
          <a:xfrm flipH="1">
            <a:off x="2077285" y="4810814"/>
            <a:ext cx="8273723" cy="0"/>
          </a:xfrm>
          <a:prstGeom prst="line">
            <a:avLst/>
          </a:prstGeom>
          <a:ln w="6350">
            <a:solidFill>
              <a:schemeClr val="tx1">
                <a:lumMod val="75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5013275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A35383F-36EC-D5B0-180D-4D5F853027D1}"/>
              </a:ext>
            </a:extLst>
          </p:cNvPr>
          <p:cNvSpPr/>
          <p:nvPr/>
        </p:nvSpPr>
        <p:spPr>
          <a:xfrm flipH="1">
            <a:off x="-1" y="0"/>
            <a:ext cx="12192002" cy="6858000"/>
          </a:xfrm>
          <a:prstGeom prst="rect">
            <a:avLst/>
          </a:prstGeom>
          <a:gradFill flip="none" rotWithShape="1">
            <a:gsLst>
              <a:gs pos="10000">
                <a:schemeClr val="accent3">
                  <a:lumMod val="60000"/>
                  <a:lumOff val="40000"/>
                  <a:alpha val="75000"/>
                </a:schemeClr>
              </a:gs>
              <a:gs pos="100000">
                <a:schemeClr val="accent4">
                  <a:lumMod val="50000"/>
                </a:schemeClr>
              </a:gs>
              <a:gs pos="85000">
                <a:schemeClr val="accent2">
                  <a:lumMod val="75000"/>
                </a:scheme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CB5E5C4-3819-D8FF-73C4-648E36786FBE}"/>
              </a:ext>
            </a:extLst>
          </p:cNvPr>
          <p:cNvSpPr/>
          <p:nvPr/>
        </p:nvSpPr>
        <p:spPr>
          <a:xfrm>
            <a:off x="1524" y="0"/>
            <a:ext cx="12188952" cy="6858000"/>
          </a:xfrm>
          <a:prstGeom prst="rect">
            <a:avLst/>
          </a:prstGeom>
          <a:gradFill>
            <a:gsLst>
              <a:gs pos="27000">
                <a:schemeClr val="accent2">
                  <a:alpha val="0"/>
                </a:schemeClr>
              </a:gs>
              <a:gs pos="89000">
                <a:schemeClr val="bg2"/>
              </a:gs>
            </a:gsLst>
            <a:lin ang="9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FEFB336-7C01-1B2B-DE9C-135CE71E2AF4}"/>
              </a:ext>
            </a:extLst>
          </p:cNvPr>
          <p:cNvSpPr/>
          <p:nvPr/>
        </p:nvSpPr>
        <p:spPr>
          <a:xfrm rot="10800000" flipH="1">
            <a:off x="3048" y="1"/>
            <a:ext cx="12188952" cy="5601805"/>
          </a:xfrm>
          <a:prstGeom prst="rect">
            <a:avLst/>
          </a:prstGeom>
          <a:gradFill flip="none" rotWithShape="1">
            <a:gsLst>
              <a:gs pos="56000">
                <a:schemeClr val="accent1">
                  <a:alpha val="0"/>
                </a:schemeClr>
              </a:gs>
              <a:gs pos="89000">
                <a:schemeClr val="bg2"/>
              </a:gs>
            </a:gsLst>
            <a:lin ang="48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75326" y="4967784"/>
            <a:ext cx="7241347" cy="1052015"/>
          </a:xfrm>
        </p:spPr>
        <p:txBody>
          <a:bodyPr anchor="ctr">
            <a:normAutofit/>
          </a:bodyPr>
          <a:lstStyle>
            <a:lvl1pPr marL="137160" indent="-137160">
              <a:lnSpc>
                <a:spcPct val="100000"/>
              </a:lnSpc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A78CD0-57A9-DB86-E3A3-40628E6D6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4A4A468-500F-41B2-B72F-78A325FCC0DA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C2DF4-76B6-1299-74E1-66F403C01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5CA15-3DFE-125B-C658-77179EDEA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475326" y="1405719"/>
            <a:ext cx="7241347" cy="3261814"/>
          </a:xfrm>
        </p:spPr>
        <p:txBody>
          <a:bodyPr vert="horz" lIns="91440" tIns="45720" rIns="91440" bIns="4572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lang="en-US" sz="4000" b="0" dirty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lang="en-US" sz="3600" b="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948491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12C5369-3140-EE0E-90D0-D10162CA9486}"/>
              </a:ext>
            </a:extLst>
          </p:cNvPr>
          <p:cNvSpPr/>
          <p:nvPr/>
        </p:nvSpPr>
        <p:spPr>
          <a:xfrm flipH="1">
            <a:off x="8215952" y="0"/>
            <a:ext cx="3976048" cy="6858000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100000">
                <a:schemeClr val="accent1">
                  <a:lumMod val="75000"/>
                  <a:alpha val="80000"/>
                </a:schemeClr>
              </a:gs>
            </a:gsLst>
            <a:lin ang="11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23F0761-EA67-F7D1-62E4-095EADA262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4320" y="5336274"/>
            <a:ext cx="8607140" cy="683525"/>
          </a:xfrm>
        </p:spPr>
        <p:txBody>
          <a:bodyPr anchor="ctr">
            <a:normAutofit/>
          </a:bodyPr>
          <a:lstStyle>
            <a:lvl1pPr marL="137160" indent="-137160">
              <a:defRPr sz="1800"/>
            </a:lvl1pPr>
          </a:lstStyle>
          <a:p>
            <a:r>
              <a:rPr lang="en-US"/>
              <a:t>Quote Author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820F3D-C559-60AA-7FD0-657FB2431DB3}"/>
              </a:ext>
            </a:extLst>
          </p:cNvPr>
          <p:cNvSpPr/>
          <p:nvPr/>
        </p:nvSpPr>
        <p:spPr>
          <a:xfrm flipH="1">
            <a:off x="8215952" y="0"/>
            <a:ext cx="3976048" cy="6858000"/>
          </a:xfrm>
          <a:prstGeom prst="rect">
            <a:avLst/>
          </a:prstGeom>
          <a:gradFill>
            <a:gsLst>
              <a:gs pos="75000">
                <a:schemeClr val="bg2">
                  <a:alpha val="0"/>
                </a:schemeClr>
              </a:gs>
              <a:gs pos="96000">
                <a:schemeClr val="accent3">
                  <a:lumMod val="60000"/>
                  <a:lumOff val="40000"/>
                  <a:alpha val="65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3E200B1-3B6B-802E-E076-92826DD27EA2}"/>
              </a:ext>
            </a:extLst>
          </p:cNvPr>
          <p:cNvCxnSpPr>
            <a:cxnSpLocks/>
          </p:cNvCxnSpPr>
          <p:nvPr/>
        </p:nvCxnSpPr>
        <p:spPr>
          <a:xfrm flipH="1">
            <a:off x="394716" y="4895326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6CBAF11E-83FD-0A35-2B1B-893C4D55AE9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2C8F38B5-19FF-BF8F-54FC-894E66C4067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851EB385-BC70-148F-174E-479BEC0F52E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5FAB025-061F-4B04-451A-37E42755863E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74320" y="1714500"/>
            <a:ext cx="8587285" cy="2625487"/>
          </a:xfrm>
        </p:spPr>
        <p:txBody>
          <a:bodyPr anchor="ctr">
            <a:noAutofit/>
          </a:bodyPr>
          <a:lstStyle>
            <a:lvl1pPr marL="0" indent="0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1pPr>
            <a:lvl2pPr marL="228600" indent="0">
              <a:lnSpc>
                <a:spcPct val="100000"/>
              </a:lnSpc>
              <a:buNone/>
              <a:defRPr sz="4400" b="0">
                <a:solidFill>
                  <a:schemeClr val="tx1"/>
                </a:solidFill>
              </a:defRPr>
            </a:lvl2pPr>
            <a:lvl3pPr marL="457200" indent="0">
              <a:lnSpc>
                <a:spcPct val="100000"/>
              </a:lnSpc>
              <a:buNone/>
              <a:defRPr sz="4000" b="0">
                <a:solidFill>
                  <a:schemeClr val="tx1"/>
                </a:solidFill>
              </a:defRPr>
            </a:lvl3pPr>
            <a:lvl4pPr marL="685800" indent="0">
              <a:lnSpc>
                <a:spcPct val="100000"/>
              </a:lnSpc>
              <a:buNone/>
              <a:defRPr sz="3600" b="0">
                <a:solidFill>
                  <a:schemeClr val="tx1"/>
                </a:solidFill>
              </a:defRPr>
            </a:lvl4pPr>
            <a:lvl5pPr marL="914400" indent="0">
              <a:lnSpc>
                <a:spcPct val="100000"/>
              </a:lnSpc>
              <a:buNone/>
              <a:defRPr sz="3200" b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Quote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83571414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7012885" cy="1381432"/>
          </a:xfrm>
        </p:spPr>
        <p:txBody>
          <a:bodyPr anchor="t">
            <a:noAutofit/>
          </a:bodyPr>
          <a:lstStyle>
            <a:lvl1pPr>
              <a:defRPr sz="4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52CF0D-DCF6-2401-8AD6-ED12BCF0D0F7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B1491A9-BF26-4517-AB22-6183D453A902}" type="datetime1">
              <a:rPr lang="en-US" smtClean="0"/>
              <a:t>4/14/2026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F5585-231E-4B46-143C-086AE5C56D2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CE8D9E-59BD-DBC5-F43C-8A6A21AE2F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ABA73FC-7BD1-70E0-E0BB-062C0B9E495C}"/>
              </a:ext>
            </a:extLst>
          </p:cNvPr>
          <p:cNvCxnSpPr>
            <a:cxnSpLocks/>
          </p:cNvCxnSpPr>
          <p:nvPr/>
        </p:nvCxnSpPr>
        <p:spPr>
          <a:xfrm flipH="1">
            <a:off x="394716" y="303297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DE12F779-E4E9-1000-6D97-63D7AD0CD426}"/>
              </a:ext>
            </a:extLst>
          </p:cNvPr>
          <p:cNvSpPr/>
          <p:nvPr/>
        </p:nvSpPr>
        <p:spPr>
          <a:xfrm rot="5400000" flipH="1">
            <a:off x="4765041" y="-568961"/>
            <a:ext cx="2661919" cy="12192002"/>
          </a:xfrm>
          <a:prstGeom prst="rect">
            <a:avLst/>
          </a:prstGeom>
          <a:gradFill>
            <a:gsLst>
              <a:gs pos="51000">
                <a:schemeClr val="bg2">
                  <a:alpha val="0"/>
                </a:schemeClr>
              </a:gs>
              <a:gs pos="98276">
                <a:schemeClr val="tx2"/>
              </a:gs>
              <a:gs pos="85000">
                <a:schemeClr val="accent1">
                  <a:alpha val="8500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1177CF-A7A2-912C-416D-E7E03D2C5291}"/>
              </a:ext>
            </a:extLst>
          </p:cNvPr>
          <p:cNvSpPr/>
          <p:nvPr/>
        </p:nvSpPr>
        <p:spPr>
          <a:xfrm rot="5400000" flipH="1">
            <a:off x="4516120" y="-817882"/>
            <a:ext cx="3159760" cy="12192003"/>
          </a:xfrm>
          <a:prstGeom prst="rect">
            <a:avLst/>
          </a:prstGeom>
          <a:gradFill>
            <a:gsLst>
              <a:gs pos="62000">
                <a:schemeClr val="bg2">
                  <a:alpha val="0"/>
                </a:schemeClr>
              </a:gs>
              <a:gs pos="98276">
                <a:schemeClr val="accent5"/>
              </a:gs>
              <a:gs pos="88000">
                <a:schemeClr val="accent3">
                  <a:alpha val="49000"/>
                </a:schemeClr>
              </a:gs>
            </a:gsLst>
            <a:lin ang="1038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03230" y="3429000"/>
            <a:ext cx="11171699" cy="246561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6362068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3CA1D0-5ABF-E529-5411-F834222E48FC}"/>
              </a:ext>
            </a:extLst>
          </p:cNvPr>
          <p:cNvSpPr/>
          <p:nvPr/>
        </p:nvSpPr>
        <p:spPr>
          <a:xfrm rot="5400000">
            <a:off x="5020923" y="-2430130"/>
            <a:ext cx="1825034" cy="11866880"/>
          </a:xfrm>
          <a:prstGeom prst="rect">
            <a:avLst/>
          </a:prstGeom>
          <a:gradFill>
            <a:gsLst>
              <a:gs pos="41000">
                <a:schemeClr val="bg1">
                  <a:alpha val="0"/>
                </a:schemeClr>
              </a:gs>
              <a:gs pos="85612">
                <a:schemeClr val="accent4">
                  <a:alpha val="78000"/>
                </a:schemeClr>
              </a:gs>
              <a:gs pos="100000">
                <a:schemeClr val="accent6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40F5D87-BF9C-3DAE-D977-87A4FA7749F4}"/>
              </a:ext>
            </a:extLst>
          </p:cNvPr>
          <p:cNvSpPr/>
          <p:nvPr/>
        </p:nvSpPr>
        <p:spPr>
          <a:xfrm rot="10800000" flipH="1">
            <a:off x="0" y="2590790"/>
            <a:ext cx="12192000" cy="1825033"/>
          </a:xfrm>
          <a:prstGeom prst="rect">
            <a:avLst/>
          </a:prstGeom>
          <a:gradFill>
            <a:gsLst>
              <a:gs pos="68000">
                <a:schemeClr val="bg2">
                  <a:alpha val="0"/>
                </a:schemeClr>
              </a:gs>
              <a:gs pos="98851">
                <a:schemeClr val="accent5">
                  <a:lumMod val="60000"/>
                  <a:lumOff val="40000"/>
                </a:schemeClr>
              </a:gs>
              <a:gs pos="89000">
                <a:schemeClr val="accent3">
                  <a:lumMod val="60000"/>
                  <a:lumOff val="40000"/>
                  <a:alpha val="35000"/>
                </a:schemeClr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62000"/>
            <a:ext cx="6095999" cy="1454506"/>
          </a:xfrm>
        </p:spPr>
        <p:txBody>
          <a:bodyPr anchor="t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3A5024DF-23AF-419A-978A-28215FBF1E37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620000" y="3337560"/>
            <a:ext cx="3595171" cy="2828581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  <a:lvl2pPr marL="228600" indent="0">
              <a:buNone/>
              <a:defRPr lang="en-US" sz="1400" dirty="0"/>
            </a:lvl2pPr>
            <a:lvl3pPr marL="457200" indent="0">
              <a:buNone/>
              <a:defRPr lang="en-US" sz="1200" dirty="0"/>
            </a:lvl3pPr>
            <a:lvl4pPr marL="685800" indent="0">
              <a:buNone/>
              <a:defRPr lang="en-US" sz="1100" dirty="0"/>
            </a:lvl4pPr>
            <a:lvl5pPr marL="914400" indent="0">
              <a:buNone/>
              <a:defRPr lang="en-US" sz="105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0800456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983230"/>
            <a:ext cx="9830017" cy="877376"/>
          </a:xfrm>
        </p:spPr>
        <p:txBody>
          <a:bodyPr anchor="t">
            <a:normAutofit/>
          </a:bodyPr>
          <a:lstStyle>
            <a:lvl1pPr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AECC89-C65D-CAD6-3F7F-24F67D81DCF1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9CF24436-170D-487D-ADBB-C24D74D1C150}" type="datetime1">
              <a:rPr lang="en-US" smtClean="0"/>
              <a:t>4/14/2026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64FAF8-D2CD-617D-EEE4-AFE7E979984A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0DB779D-8A81-935C-F850-6C0DCAD5E6D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69261CB-4EFB-BCD1-842F-3895D3F35D6A}"/>
              </a:ext>
            </a:extLst>
          </p:cNvPr>
          <p:cNvSpPr/>
          <p:nvPr/>
        </p:nvSpPr>
        <p:spPr>
          <a:xfrm rot="10800000">
            <a:off x="0" y="2221515"/>
            <a:ext cx="12192000" cy="1825033"/>
          </a:xfrm>
          <a:prstGeom prst="rect">
            <a:avLst/>
          </a:prstGeom>
          <a:gradFill>
            <a:gsLst>
              <a:gs pos="63000">
                <a:schemeClr val="bg2">
                  <a:alpha val="0"/>
                </a:schemeClr>
              </a:gs>
              <a:gs pos="100000">
                <a:schemeClr val="accent1"/>
              </a:gs>
            </a:gsLst>
            <a:lin ang="51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1813EA-BFDF-185B-80F0-B1786A1A10E5}"/>
              </a:ext>
            </a:extLst>
          </p:cNvPr>
          <p:cNvSpPr/>
          <p:nvPr/>
        </p:nvSpPr>
        <p:spPr>
          <a:xfrm rot="16200000" flipH="1">
            <a:off x="7850483" y="-294964"/>
            <a:ext cx="1825034" cy="6858000"/>
          </a:xfrm>
          <a:prstGeom prst="rect">
            <a:avLst/>
          </a:prstGeom>
          <a:gradFill>
            <a:gsLst>
              <a:gs pos="56000">
                <a:schemeClr val="bg1">
                  <a:alpha val="0"/>
                </a:schemeClr>
              </a:gs>
              <a:gs pos="100000">
                <a:schemeClr val="accent3"/>
              </a:gs>
            </a:gsLst>
            <a:lin ang="99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41964" y="3429000"/>
            <a:ext cx="8226135" cy="243471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  <a:lvl2pPr marL="228600" indent="0">
              <a:buNone/>
              <a:defRPr lang="en-US" sz="1200" dirty="0"/>
            </a:lvl2pPr>
            <a:lvl3pPr marL="457200" indent="0">
              <a:buNone/>
              <a:defRPr lang="en-US" sz="1100" dirty="0"/>
            </a:lvl3pPr>
            <a:lvl4pPr marL="685800" indent="0">
              <a:buNone/>
              <a:defRPr lang="en-US" sz="1050" dirty="0"/>
            </a:lvl4pPr>
            <a:lvl5pPr marL="914400" indent="0">
              <a:buNone/>
              <a:defRPr lang="en-US" sz="100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29783649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0858500" cy="692389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2184DE-1D38-B3AE-D560-557B3726B547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B01CFC0-D171-4F9D-A610-2F47C1080058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92A082C-5D4A-4A20-87E3-9906B5F3BAF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D66BE47-AC20-1061-07AD-89A41D02F48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0A35E0D-62A8-3554-9B0A-F98F410BA73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1806575"/>
            <a:ext cx="5165725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59B3B287-1823-BE94-2755-A041E87636AD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1" y="1806575"/>
            <a:ext cx="4991100" cy="4586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AFB33C1-66E4-5420-EAC7-ECB72519298E}"/>
              </a:ext>
            </a:extLst>
          </p:cNvPr>
          <p:cNvCxnSpPr>
            <a:cxnSpLocks/>
          </p:cNvCxnSpPr>
          <p:nvPr/>
        </p:nvCxnSpPr>
        <p:spPr>
          <a:xfrm flipH="1">
            <a:off x="394716" y="1584960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9316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06AE5CFF-8C53-04B8-D45D-5572C54FE40F}"/>
              </a:ext>
            </a:extLst>
          </p:cNvPr>
          <p:cNvSpPr/>
          <p:nvPr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731520"/>
            <a:ext cx="11585448" cy="6620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Date Placeholder 14">
            <a:extLst>
              <a:ext uri="{FF2B5EF4-FFF2-40B4-BE49-F238E27FC236}">
                <a16:creationId xmlns:a16="http://schemas.microsoft.com/office/drawing/2014/main" id="{705EA491-E08A-48B5-7211-33514A94530C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DA2CEDE-2AB4-4FB8-9551-E0AA4222B1A3}" type="datetime1">
              <a:rPr lang="en-US" smtClean="0"/>
              <a:t>4/14/2026</a:t>
            </a:fld>
            <a:endParaRPr lang="en-US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59980DF-BFB1-0E16-FE9E-D2D30ED180E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6EA97154-58A7-DD75-CD73-93F442F34125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1775779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6">
            <a:extLst>
              <a:ext uri="{FF2B5EF4-FFF2-40B4-BE49-F238E27FC236}">
                <a16:creationId xmlns:a16="http://schemas.microsoft.com/office/drawing/2014/main" id="{13701989-F794-F145-FEEE-631718E4D69C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01625" y="2492481"/>
            <a:ext cx="5165725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720840" y="1775777"/>
            <a:ext cx="5166360" cy="640080"/>
          </a:xfrm>
        </p:spPr>
        <p:txBody>
          <a:bodyPr anchor="ctr" anchorCtr="0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none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Content Placeholder 6">
            <a:extLst>
              <a:ext uri="{FF2B5EF4-FFF2-40B4-BE49-F238E27FC236}">
                <a16:creationId xmlns:a16="http://schemas.microsoft.com/office/drawing/2014/main" id="{A3BB3E04-BBB2-1EB1-AF01-EFE05E004270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6723890" y="2492481"/>
            <a:ext cx="5181907" cy="39003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692CF81-A7A7-1362-125E-EEC5C8BD16E7}"/>
              </a:ext>
            </a:extLst>
          </p:cNvPr>
          <p:cNvCxnSpPr>
            <a:cxnSpLocks/>
          </p:cNvCxnSpPr>
          <p:nvPr/>
        </p:nvCxnSpPr>
        <p:spPr>
          <a:xfrm flipH="1">
            <a:off x="394716" y="1579934"/>
            <a:ext cx="11402568" cy="0"/>
          </a:xfrm>
          <a:prstGeom prst="line">
            <a:avLst/>
          </a:prstGeom>
          <a:ln w="6350">
            <a:solidFill>
              <a:schemeClr val="tx1">
                <a:lumMod val="50000"/>
                <a:alpha val="6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11E71789-6ED9-AA74-B78C-05CAF80B5536}"/>
              </a:ext>
            </a:extLst>
          </p:cNvPr>
          <p:cNvSpPr/>
          <p:nvPr userDrawn="1"/>
        </p:nvSpPr>
        <p:spPr>
          <a:xfrm flipV="1">
            <a:off x="0" y="0"/>
            <a:ext cx="12191999" cy="1337733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85537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005840"/>
            <a:ext cx="9906000" cy="80104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C42483-B3E3-4399-B6B2-4B1D067F8CE5}" type="datetime1">
              <a:rPr lang="en-US" smtClean="0"/>
              <a:t>4/14/2026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61876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6574F-2CAD-411B-9EF3-12D0DF2C09EB}" type="datetime1">
              <a:rPr lang="en-US" smtClean="0"/>
              <a:t>4/14/2026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08863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124712"/>
            <a:ext cx="3543299" cy="162741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23AD-184F-4273-AC4F-854D3B259B85}" type="datetime1">
              <a:rPr lang="en-US" smtClean="0"/>
              <a:t>4/14/2026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120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1752" y="2857605"/>
            <a:ext cx="3543299" cy="3534229"/>
          </a:xfrm>
        </p:spPr>
        <p:txBody>
          <a:bodyPr anchor="b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0" y="1124712"/>
            <a:ext cx="6309360" cy="52197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C6F58E-0CCE-AAF7-6F0A-E0B0FFF62A10}"/>
              </a:ext>
            </a:extLst>
          </p:cNvPr>
          <p:cNvSpPr/>
          <p:nvPr/>
        </p:nvSpPr>
        <p:spPr>
          <a:xfrm>
            <a:off x="-3" y="5655733"/>
            <a:ext cx="12191999" cy="1202267"/>
          </a:xfrm>
          <a:prstGeom prst="rect">
            <a:avLst/>
          </a:prstGeom>
          <a:gradFill>
            <a:gsLst>
              <a:gs pos="51000">
                <a:schemeClr val="accent2">
                  <a:lumMod val="50000"/>
                  <a:alpha val="0"/>
                </a:schemeClr>
              </a:gs>
              <a:gs pos="100000">
                <a:schemeClr val="accent1">
                  <a:alpha val="40000"/>
                </a:schemeClr>
              </a:gs>
            </a:gsLst>
            <a:lin ang="576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6634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1124712"/>
            <a:ext cx="3546235" cy="1533073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Date Placeholder 22">
            <a:extLst>
              <a:ext uri="{FF2B5EF4-FFF2-40B4-BE49-F238E27FC236}">
                <a16:creationId xmlns:a16="http://schemas.microsoft.com/office/drawing/2014/main" id="{8ACB14E1-4D3B-B55C-4791-64F774AC361F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07E4E07-E412-47A0-AB1E-CAAABECD1A31}" type="datetime1">
              <a:rPr lang="en-US" smtClean="0"/>
              <a:t>4/14/2026</a:t>
            </a:fld>
            <a:endParaRPr lang="en-US"/>
          </a:p>
        </p:txBody>
      </p:sp>
      <p:sp>
        <p:nvSpPr>
          <p:cNvPr id="24" name="Footer Placeholder 23">
            <a:extLst>
              <a:ext uri="{FF2B5EF4-FFF2-40B4-BE49-F238E27FC236}">
                <a16:creationId xmlns:a16="http://schemas.microsoft.com/office/drawing/2014/main" id="{861F92C4-9651-789C-0B22-E6343EE25C7A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212080" y="210114"/>
            <a:ext cx="2509284" cy="365760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25" name="Slide Number Placeholder 24">
            <a:extLst>
              <a:ext uri="{FF2B5EF4-FFF2-40B4-BE49-F238E27FC236}">
                <a16:creationId xmlns:a16="http://schemas.microsoft.com/office/drawing/2014/main" id="{E55DAD34-8521-F119-F985-ABFBDD34003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5E0677F5-4A8A-4BF1-96BE-3BAE8FBAFE2E}" type="slidenum">
              <a:rPr lang="en-US" smtClean="0"/>
              <a:t>‹#›</a:t>
            </a:fld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01752" y="2706914"/>
            <a:ext cx="3236976" cy="3553861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6CCD178F-4127-FE67-2F5D-0F1CE78843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212080" y="1009816"/>
            <a:ext cx="6979920" cy="5856573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 </a:t>
            </a:r>
          </a:p>
        </p:txBody>
      </p:sp>
    </p:spTree>
    <p:extLst>
      <p:ext uri="{BB962C8B-B14F-4D97-AF65-F5344CB8AC3E}">
        <p14:creationId xmlns:p14="http://schemas.microsoft.com/office/powerpoint/2010/main" val="40871052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752" y="869140"/>
            <a:ext cx="11604046" cy="9692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1752" y="210114"/>
            <a:ext cx="1759288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7DA2CEDE-2AB4-4FB8-9551-E0AA4222B1A3}" type="datetime1">
              <a:rPr lang="en-US" smtClean="0"/>
              <a:pPr/>
              <a:t>4/14/2026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622485" y="210114"/>
            <a:ext cx="2509284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00323" y="210114"/>
            <a:ext cx="605475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 cap="none" spc="0" baseline="0">
                <a:solidFill>
                  <a:schemeClr val="tx1"/>
                </a:solidFill>
              </a:defRPr>
            </a:lvl1pPr>
          </a:lstStyle>
          <a:p>
            <a:fld id="{5E0677F5-4A8A-4BF1-96BE-3BAE8FBAFE2E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1752" y="2047284"/>
            <a:ext cx="11604046" cy="423464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3E5EF3F-856F-01A0-B658-94EAB13FC060}"/>
              </a:ext>
            </a:extLst>
          </p:cNvPr>
          <p:cNvCxnSpPr>
            <a:cxnSpLocks/>
          </p:cNvCxnSpPr>
          <p:nvPr/>
        </p:nvCxnSpPr>
        <p:spPr>
          <a:xfrm flipH="1">
            <a:off x="394716" y="751313"/>
            <a:ext cx="11402568" cy="0"/>
          </a:xfrm>
          <a:prstGeom prst="line">
            <a:avLst/>
          </a:prstGeom>
          <a:ln w="6350">
            <a:solidFill>
              <a:schemeClr val="tx1">
                <a:lumMod val="75000"/>
                <a:alpha val="34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99779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14" r:id="rId1"/>
    <p:sldLayoutId id="2147483838" r:id="rId2"/>
    <p:sldLayoutId id="2147483816" r:id="rId3"/>
    <p:sldLayoutId id="2147483817" r:id="rId4"/>
    <p:sldLayoutId id="2147483818" r:id="rId5"/>
    <p:sldLayoutId id="2147483819" r:id="rId6"/>
    <p:sldLayoutId id="2147483820" r:id="rId7"/>
    <p:sldLayoutId id="2147483821" r:id="rId8"/>
    <p:sldLayoutId id="2147483822" r:id="rId9"/>
    <p:sldLayoutId id="2147483823" r:id="rId10"/>
    <p:sldLayoutId id="2147483825" r:id="rId11"/>
    <p:sldLayoutId id="2147483826" r:id="rId12"/>
    <p:sldLayoutId id="2147483827" r:id="rId13"/>
    <p:sldLayoutId id="2147483828" r:id="rId14"/>
    <p:sldLayoutId id="2147483829" r:id="rId15"/>
    <p:sldLayoutId id="2147483830" r:id="rId16"/>
    <p:sldLayoutId id="2147483832" r:id="rId17"/>
    <p:sldLayoutId id="2147483833" r:id="rId18"/>
    <p:sldLayoutId id="2147483835" r:id="rId19"/>
    <p:sldLayoutId id="2147483836" r:id="rId20"/>
    <p:sldLayoutId id="2147483837" r:id="rId21"/>
    <p:sldLayoutId id="2147483839" r:id="rId22"/>
    <p:sldLayoutId id="2147483840" r:id="rId23"/>
    <p:sldLayoutId id="2147483841" r:id="rId24"/>
    <p:sldLayoutId id="2147483842" r:id="rId25"/>
    <p:sldLayoutId id="2147483844" r:id="rId26"/>
    <p:sldLayoutId id="2147483845" r:id="rId27"/>
    <p:sldLayoutId id="2147483846" r:id="rId28"/>
    <p:sldLayoutId id="2147483847" r:id="rId29"/>
    <p:sldLayoutId id="2147483848" r:id="rId30"/>
    <p:sldLayoutId id="2147483849" r:id="rId31"/>
    <p:sldLayoutId id="2147483850" r:id="rId32"/>
    <p:sldLayoutId id="2147483851" r:id="rId33"/>
    <p:sldLayoutId id="2147483852" r:id="rId34"/>
    <p:sldLayoutId id="2147483855" r:id="rId35"/>
    <p:sldLayoutId id="2147483856" r:id="rId36"/>
    <p:sldLayoutId id="2147483857" r:id="rId37"/>
    <p:sldLayoutId id="2147483858" r:id="rId38"/>
    <p:sldLayoutId id="2147483859" r:id="rId39"/>
    <p:sldLayoutId id="2147483861" r:id="rId40"/>
    <p:sldLayoutId id="2147483862" r:id="rId41"/>
    <p:sldLayoutId id="2147483863" r:id="rId42"/>
    <p:sldLayoutId id="2147483864" r:id="rId43"/>
    <p:sldLayoutId id="2147483865" r:id="rId44"/>
    <p:sldLayoutId id="2147483866" r:id="rId45"/>
    <p:sldLayoutId id="2147483867" r:id="rId46"/>
    <p:sldLayoutId id="2147483868" r:id="rId47"/>
    <p:sldLayoutId id="2147483870" r:id="rId48"/>
    <p:sldLayoutId id="2147483871" r:id="rId49"/>
    <p:sldLayoutId id="2147483872" r:id="rId50"/>
    <p:sldLayoutId id="2147483873" r:id="rId51"/>
    <p:sldLayoutId id="2147483874" r:id="rId52"/>
    <p:sldLayoutId id="2147483875" r:id="rId53"/>
    <p:sldLayoutId id="2147483876" r:id="rId54"/>
    <p:sldLayoutId id="2147483877" r:id="rId55"/>
    <p:sldLayoutId id="2147483878" r:id="rId56"/>
    <p:sldLayoutId id="2147483879" r:id="rId57"/>
    <p:sldLayoutId id="2147483880" r:id="rId58"/>
    <p:sldLayoutId id="2147483881" r:id="rId59"/>
    <p:sldLayoutId id="2147483882" r:id="rId60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2800" b="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1" pos="168" userDrawn="1">
          <p15:clr>
            <a:srgbClr val="F26B43"/>
          </p15:clr>
        </p15:guide>
        <p15:guide id="22" orient="horz" pos="2160" userDrawn="1">
          <p15:clr>
            <a:srgbClr val="F26B43"/>
          </p15:clr>
        </p15:guide>
        <p15:guide id="23" pos="4800" userDrawn="1">
          <p15:clr>
            <a:srgbClr val="F26B43"/>
          </p15:clr>
        </p15:guide>
        <p15:guide id="24" orient="horz" pos="480" userDrawn="1">
          <p15:clr>
            <a:srgbClr val="F26B43"/>
          </p15:clr>
        </p15:guide>
        <p15:guide id="25" orient="horz" pos="864" userDrawn="1">
          <p15:clr>
            <a:srgbClr val="F26B43"/>
          </p15:clr>
        </p15:guide>
        <p15:guide id="26" pos="7392" userDrawn="1">
          <p15:clr>
            <a:srgbClr val="F26B43"/>
          </p15:clr>
        </p15:guide>
        <p15:guide id="27" orient="horz" pos="3840" userDrawn="1">
          <p15:clr>
            <a:srgbClr val="F26B43"/>
          </p15:clr>
        </p15:guide>
        <p15:guide id="28" pos="240" userDrawn="1">
          <p15:clr>
            <a:srgbClr val="F26B43"/>
          </p15:clr>
        </p15:guide>
        <p15:guide id="29" pos="74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Thank_you_icon.jpg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3B79E83D-3861-04DB-55C4-E8A5AE9C806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347" y="-1"/>
            <a:ext cx="12175671" cy="68580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CF602C14-387E-56A4-EE7D-CD69FC70A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2" y="5441"/>
            <a:ext cx="11410726" cy="6852557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Semantic Similarity Search 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ea typeface="+mj-lt"/>
                <a:cs typeface="+mj-lt"/>
              </a:rPr>
              <a:t>in PostgreSQL Using </a:t>
            </a:r>
            <a:r>
              <a:rPr lang="en-US" dirty="0" err="1">
                <a:ea typeface="+mj-lt"/>
                <a:cs typeface="+mj-lt"/>
              </a:rPr>
              <a:t>pgvector</a:t>
            </a:r>
            <a:endParaRPr lang="en-US" dirty="0" err="1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79E76C-BD5C-5C0A-4719-29DD86BA921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A672372-E644-AC29-A26E-269B178E624C}"/>
              </a:ext>
            </a:extLst>
          </p:cNvPr>
          <p:cNvSpPr txBox="1"/>
          <p:nvPr/>
        </p:nvSpPr>
        <p:spPr>
          <a:xfrm>
            <a:off x="473529" y="3015343"/>
            <a:ext cx="4558392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600" dirty="0">
                <a:latin typeface="Consolas"/>
              </a:rPr>
              <a:t> YZV 322E – Applied Data Engineering</a:t>
            </a:r>
            <a:br>
              <a:rPr lang="en-US" sz="1600" dirty="0">
                <a:latin typeface="Consolas"/>
              </a:rPr>
            </a:br>
            <a:r>
              <a:rPr lang="en-US" sz="1600" dirty="0">
                <a:latin typeface="Consolas"/>
              </a:rPr>
              <a:t> İbrahim </a:t>
            </a:r>
            <a:r>
              <a:rPr lang="en-US" sz="1600" dirty="0" err="1">
                <a:latin typeface="Consolas"/>
              </a:rPr>
              <a:t>Bancar</a:t>
            </a:r>
            <a:r>
              <a:rPr lang="en-US" sz="1600" dirty="0">
                <a:latin typeface="Consolas"/>
              </a:rPr>
              <a:t> – 150220313</a:t>
            </a:r>
            <a:br>
              <a:rPr lang="en-US" sz="1600" dirty="0">
                <a:latin typeface="Consolas"/>
              </a:rPr>
            </a:br>
            <a:r>
              <a:rPr lang="en-US" sz="1600" dirty="0">
                <a:latin typeface="Consolas"/>
              </a:rPr>
              <a:t> April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1163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352A-15A9-4E60-9072-9EF511BC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5B9ECA1A-B726-187D-5FF1-01A6D4522B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-4585"/>
            <a:ext cx="12206742" cy="684575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What Is </a:t>
            </a:r>
            <a:r>
              <a:rPr lang="en-US" dirty="0" err="1">
                <a:ea typeface="+mj-lt"/>
                <a:cs typeface="+mj-lt"/>
              </a:rPr>
              <a:t>pgvector</a:t>
            </a:r>
            <a:r>
              <a:rPr lang="en-US" dirty="0">
                <a:ea typeface="+mj-lt"/>
                <a:cs typeface="+mj-lt"/>
              </a:rPr>
              <a:t>?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2135AD-292E-E608-EFC2-83FC8FA40EA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B08726-14FD-E3FD-A223-9AD735CB31AF}"/>
              </a:ext>
            </a:extLst>
          </p:cNvPr>
          <p:cNvSpPr txBox="1"/>
          <p:nvPr/>
        </p:nvSpPr>
        <p:spPr>
          <a:xfrm>
            <a:off x="324347" y="1977537"/>
            <a:ext cx="6459642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b="1" dirty="0" err="1">
                <a:ea typeface="+mn-lt"/>
                <a:cs typeface="+mn-lt"/>
              </a:rPr>
              <a:t>pgvector</a:t>
            </a:r>
            <a:r>
              <a:rPr lang="en-US" b="1" dirty="0">
                <a:ea typeface="+mn-lt"/>
                <a:cs typeface="+mn-lt"/>
              </a:rPr>
              <a:t> is an open-source PostgreSQL extension that enables vector storage and similarity search inside PostgreSQL.</a:t>
            </a:r>
            <a:endParaRPr lang="en-US" dirty="0"/>
          </a:p>
          <a:p>
            <a:pPr algn="l"/>
            <a:endParaRPr lang="en-US" dirty="0"/>
          </a:p>
        </p:txBody>
      </p:sp>
      <p:pic>
        <p:nvPicPr>
          <p:cNvPr id="6" name="Picture 5" descr="A blue elephant with white outline&#10;&#10;AI-generated content may be incorrect.">
            <a:extLst>
              <a:ext uri="{FF2B5EF4-FFF2-40B4-BE49-F238E27FC236}">
                <a16:creationId xmlns:a16="http://schemas.microsoft.com/office/drawing/2014/main" id="{AA40224C-DFF0-10E2-2CE4-1105327F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3161" y="850447"/>
            <a:ext cx="4932589" cy="280987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6466AC6-5114-486F-AF4D-3DFE6D77BFC0}"/>
              </a:ext>
            </a:extLst>
          </p:cNvPr>
          <p:cNvSpPr txBox="1"/>
          <p:nvPr/>
        </p:nvSpPr>
        <p:spPr>
          <a:xfrm>
            <a:off x="5184321" y="4259035"/>
            <a:ext cx="6721927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400" dirty="0"/>
              <a:t>Text / document -&gt; embedding vector -&gt; PostgreSQL + </a:t>
            </a:r>
            <a:r>
              <a:rPr lang="en-US" sz="1400" dirty="0" err="1"/>
              <a:t>pgvector</a:t>
            </a:r>
            <a:r>
              <a:rPr lang="en-US" sz="1400" dirty="0"/>
              <a:t> -&gt; nearest results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C5E318F-1451-BBB0-10D2-A83DFA4B2A9B}"/>
              </a:ext>
            </a:extLst>
          </p:cNvPr>
          <p:cNvSpPr txBox="1"/>
          <p:nvPr/>
        </p:nvSpPr>
        <p:spPr>
          <a:xfrm>
            <a:off x="578302" y="3429001"/>
            <a:ext cx="4095749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Adds a </a:t>
            </a:r>
            <a:r>
              <a:rPr lang="en-US">
                <a:latin typeface="Consolas"/>
              </a:rPr>
              <a:t>vector</a:t>
            </a:r>
            <a:r>
              <a:rPr lang="en-US">
                <a:ea typeface="+mn-lt"/>
                <a:cs typeface="+mn-lt"/>
              </a:rPr>
              <a:t> data type to PostgreSQL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Supports exact and approximate nearest-neighbor search</a:t>
            </a:r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Lets developers keep vector search inside an existing PostgreSQL system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2784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EEEC9-B979-F3E3-3268-0CC7881B2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FCEDB037-CC3E-EAB8-77DD-37A64026F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 dirty="0">
                <a:ea typeface="+mj-lt"/>
                <a:cs typeface="+mj-lt"/>
              </a:rPr>
              <a:t>What Problem Does </a:t>
            </a:r>
            <a:r>
              <a:rPr lang="en-US" dirty="0" err="1">
                <a:ea typeface="+mj-lt"/>
                <a:cs typeface="+mj-lt"/>
              </a:rPr>
              <a:t>pgvector</a:t>
            </a:r>
            <a:r>
              <a:rPr lang="en-US" dirty="0">
                <a:ea typeface="+mj-lt"/>
                <a:cs typeface="+mj-lt"/>
              </a:rPr>
              <a:t> Solve?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E38DEB-43F7-391F-3D17-5B62C5F2E0F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04E2260-8E64-B022-6AA1-09975649CF92}"/>
              </a:ext>
            </a:extLst>
          </p:cNvPr>
          <p:cNvSpPr txBox="1"/>
          <p:nvPr/>
        </p:nvSpPr>
        <p:spPr>
          <a:xfrm>
            <a:off x="619123" y="1850572"/>
            <a:ext cx="4095749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SQL is strong for exact matching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It is weak for meaning-based search</a:t>
            </a:r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enables semantic similarity search</a:t>
            </a:r>
          </a:p>
        </p:txBody>
      </p:sp>
      <p:pic>
        <p:nvPicPr>
          <p:cNvPr id="19" name="Picture 18" descr="A diagram of a filter&#10;&#10;AI-generated content may be incorrect.">
            <a:extLst>
              <a:ext uri="{FF2B5EF4-FFF2-40B4-BE49-F238E27FC236}">
                <a16:creationId xmlns:a16="http://schemas.microsoft.com/office/drawing/2014/main" id="{F8735BE4-ADFF-8777-A5D2-CA2B1519B5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633" y="3848991"/>
            <a:ext cx="8644618" cy="246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422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89D477-0A0C-791A-AA1C-864F2207B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4461A1C1-95D1-D5B5-C5DD-EB5359565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Comparison with Alternatives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69249A-C9BD-6E44-2342-DA1C659BCF0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084823-1846-50DF-8D30-2F5E8BED4F0D}"/>
              </a:ext>
            </a:extLst>
          </p:cNvPr>
          <p:cNvSpPr txBox="1"/>
          <p:nvPr/>
        </p:nvSpPr>
        <p:spPr>
          <a:xfrm>
            <a:off x="401408" y="2835729"/>
            <a:ext cx="6006191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Separate vector DBs add extra infrastructure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Plain PostgreSQL lacks native vector search </a:t>
            </a:r>
            <a:endParaRPr lang="en-US"/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keeps everything inside PostgreSQL </a:t>
            </a:r>
          </a:p>
          <a:p>
            <a:pPr>
              <a:buFont typeface="Arial"/>
              <a:buChar char="•"/>
            </a:pPr>
            <a:endParaRPr lang="en-US" dirty="0"/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Easy to combine with SQL, filters, and joins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4325F2D-0E02-EF5C-E125-FD4C67377F15}"/>
              </a:ext>
            </a:extLst>
          </p:cNvPr>
          <p:cNvSpPr txBox="1"/>
          <p:nvPr/>
        </p:nvSpPr>
        <p:spPr>
          <a:xfrm>
            <a:off x="296635" y="1714500"/>
            <a:ext cx="8248648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Why use </a:t>
            </a: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over a separate vector DB or plain PostgreSQL?</a:t>
            </a:r>
          </a:p>
        </p:txBody>
      </p:sp>
      <p:pic>
        <p:nvPicPr>
          <p:cNvPr id="3" name="Picture 2" descr="A screenshot of a screen&#10;&#10;AI-generated content may be incorrect.">
            <a:extLst>
              <a:ext uri="{FF2B5EF4-FFF2-40B4-BE49-F238E27FC236}">
                <a16:creationId xmlns:a16="http://schemas.microsoft.com/office/drawing/2014/main" id="{B13C0937-09C8-F257-0920-FA4E162A94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3686" y="2084613"/>
            <a:ext cx="4430486" cy="4414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311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5CFB3-588B-E347-80FC-8194456D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052C91B5-32E8-B865-0392-E3F70E6705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Why It Fits Applied Data Engineering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D01E17-6E75-A3A6-C81F-85A794D6FA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179E9D-D39C-90D7-E2A0-AA47C95063CD}"/>
              </a:ext>
            </a:extLst>
          </p:cNvPr>
          <p:cNvSpPr txBox="1"/>
          <p:nvPr/>
        </p:nvSpPr>
        <p:spPr>
          <a:xfrm>
            <a:off x="390522" y="1866900"/>
            <a:ext cx="6006191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Uses a real production-style database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Combines Docker, SQL, and Python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Shows indexing and query workflow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Demonstrates reproducible engineering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Connects databases with AI-style retrieval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pic>
        <p:nvPicPr>
          <p:cNvPr id="4" name="Picture 3" descr="A group of logos with text&#10;&#10;AI-generated content may be incorrect.">
            <a:extLst>
              <a:ext uri="{FF2B5EF4-FFF2-40B4-BE49-F238E27FC236}">
                <a16:creationId xmlns:a16="http://schemas.microsoft.com/office/drawing/2014/main" id="{C527B595-DEEE-98F0-A844-D6F39FB81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4385" y="2862943"/>
            <a:ext cx="7037614" cy="398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124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F1E9C-0C64-5EED-FE1F-D6431FB12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C486DE56-B278-8589-2C8D-E5C571EDF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7189" y="-18193"/>
            <a:ext cx="12190414" cy="6802210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Demo Setup and Workflow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FA1A0E-14AB-891A-274D-0B49A1ED0B6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855449-72EB-96BF-6CE7-D8BE55F8B426}"/>
              </a:ext>
            </a:extLst>
          </p:cNvPr>
          <p:cNvSpPr txBox="1"/>
          <p:nvPr/>
        </p:nvSpPr>
        <p:spPr>
          <a:xfrm>
            <a:off x="205466" y="1714501"/>
            <a:ext cx="4052206" cy="31393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buFont typeface="Arial"/>
              <a:buChar char="•"/>
            </a:pPr>
            <a:r>
              <a:rPr lang="en-US" dirty="0">
                <a:ea typeface="+mn-lt"/>
                <a:cs typeface="+mn-lt"/>
              </a:rPr>
              <a:t>Docker runs PostgreSQL with </a:t>
            </a:r>
            <a:r>
              <a:rPr lang="en-US" dirty="0" err="1">
                <a:ea typeface="+mn-lt"/>
                <a:cs typeface="+mn-lt"/>
              </a:rPr>
              <a:t>pgvector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SQL scripts load sample embeddings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L2 distance uses </a:t>
            </a:r>
            <a:r>
              <a:rPr lang="en-US">
                <a:latin typeface="Consolas"/>
                <a:ea typeface="+mn-lt"/>
                <a:cs typeface="+mn-lt"/>
              </a:rPr>
              <a:t>&lt;-&gt;</a:t>
            </a:r>
            <a:r>
              <a:rPr lang="en-US" dirty="0">
                <a:ea typeface="+mn-lt"/>
                <a:cs typeface="+mn-lt"/>
              </a:rPr>
              <a:t>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HNSW speeds up vector search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>
                <a:ea typeface="+mn-lt"/>
                <a:cs typeface="+mn-lt"/>
              </a:rPr>
              <a:t>Python returns top matches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1760F8-5D03-0D1C-BC04-7B5FDD2058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3931" y="3022809"/>
            <a:ext cx="8338459" cy="3261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4922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C7448-583C-2483-1FCF-4198F29C8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3E6C1DFE-A682-FA68-64D3-C7C8A22550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1745" y="9022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  Advantages and Limitations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53FD3-AD90-2398-5522-B3BCBF02BB5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A3F9AF-8B20-07A9-AECE-B00894AA6CCA}"/>
              </a:ext>
            </a:extLst>
          </p:cNvPr>
          <p:cNvSpPr txBox="1"/>
          <p:nvPr/>
        </p:nvSpPr>
        <p:spPr>
          <a:xfrm>
            <a:off x="907593" y="2394857"/>
            <a:ext cx="6006191" cy="264687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ea typeface="+mn-lt"/>
                <a:cs typeface="+mn-lt"/>
              </a:rPr>
              <a:t> </a:t>
            </a:r>
            <a:r>
              <a:rPr lang="en-US" sz="2400" b="1">
                <a:solidFill>
                  <a:srgbClr val="FFFFFF"/>
                </a:solidFill>
                <a:ea typeface="+mn-lt"/>
                <a:cs typeface="+mn-lt"/>
              </a:rPr>
              <a:t>Advantages</a:t>
            </a:r>
            <a:endParaRPr lang="en-US" sz="2400" i="1">
              <a:solidFill>
                <a:srgbClr val="FFFFFF"/>
              </a:solidFill>
              <a:ea typeface="+mn-lt"/>
              <a:cs typeface="+mn-lt"/>
            </a:endParaRPr>
          </a:p>
          <a:p>
            <a:endParaRPr lang="en-US" sz="2400" b="1" dirty="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Works inside PostgreSQL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Simple Docker-based setup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Supports similarity search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Combines SQL and vectors </a:t>
            </a:r>
          </a:p>
          <a:p>
            <a:pPr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Easy to reproduce </a:t>
            </a:r>
          </a:p>
          <a:p>
            <a:pPr>
              <a:buFont typeface="Arial"/>
              <a:buChar char="•"/>
            </a:pPr>
            <a:endParaRPr lang="en-US" dirty="0">
              <a:ea typeface="+mn-lt"/>
              <a:cs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E96894-C9DE-E0B2-4B79-6493863FD024}"/>
              </a:ext>
            </a:extLst>
          </p:cNvPr>
          <p:cNvSpPr txBox="1"/>
          <p:nvPr/>
        </p:nvSpPr>
        <p:spPr>
          <a:xfrm>
            <a:off x="6653892" y="2454726"/>
            <a:ext cx="8248648" cy="258532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>
                <a:ea typeface="+mn-lt"/>
                <a:cs typeface="+mn-lt"/>
              </a:rPr>
              <a:t> Limitations</a:t>
            </a:r>
            <a:endParaRPr lang="en-US" sz="2400"/>
          </a:p>
          <a:p>
            <a:endParaRPr lang="en-US" sz="2000" b="1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Small demo dataset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Uses 4D sample vectors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Not real production embeddings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Limited scale in this demo </a:t>
            </a:r>
            <a:endParaRPr lang="en-US" sz="2000"/>
          </a:p>
          <a:p>
            <a:pPr marL="285750" indent="-285750">
              <a:buFont typeface="Arial"/>
              <a:buChar char="•"/>
            </a:pPr>
            <a:r>
              <a:rPr lang="en-US" sz="2000">
                <a:ea typeface="+mn-lt"/>
                <a:cs typeface="+mn-lt"/>
              </a:rPr>
              <a:t>Approximate search may vary</a:t>
            </a:r>
            <a:endParaRPr lang="en-US" sz="2000"/>
          </a:p>
          <a:p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142925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B496-ECB7-F8CF-BF25-A19C2BA3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DA9A054F-335C-ED92-7184-B673CC6B8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59" y="-34521"/>
            <a:ext cx="12206742" cy="6845753"/>
          </a:xfrm>
        </p:spPr>
        <p:txBody>
          <a:bodyPr/>
          <a:lstStyle/>
          <a:p>
            <a:r>
              <a:rPr lang="en-US">
                <a:ea typeface="+mj-lt"/>
                <a:cs typeface="+mj-lt"/>
              </a:rPr>
              <a:t>      Conclusion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0681B6-2802-1E22-2C43-C0CE1F4372B2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0FC4B6-D6CC-BFFF-6F08-F58DC2E08B51}"/>
              </a:ext>
            </a:extLst>
          </p:cNvPr>
          <p:cNvSpPr txBox="1"/>
          <p:nvPr/>
        </p:nvSpPr>
        <p:spPr>
          <a:xfrm>
            <a:off x="499379" y="1964871"/>
            <a:ext cx="6006191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Adds vector search to PostgreSQL </a:t>
            </a: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Supports semantic retrieval 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Integrates with SQL workflows 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Easy to demo with Docker and Python 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>
                <a:ea typeface="+mn-lt"/>
                <a:cs typeface="+mn-lt"/>
              </a:rPr>
              <a:t>Useful for applied data engineering </a:t>
            </a:r>
          </a:p>
          <a:p>
            <a:endParaRPr lang="en-US" sz="2400" b="1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972505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72CEF-3E9A-CBD8-4F8A-632572FE5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A0DDDD41-C717-60A3-8BE0-43DAFB0ECD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859" y="-34521"/>
            <a:ext cx="12206742" cy="6845753"/>
          </a:xfrm>
        </p:spPr>
        <p:txBody>
          <a:bodyPr/>
          <a:lstStyle/>
          <a:p>
            <a:r>
              <a:rPr lang="en-US"/>
              <a:t>      References 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A4A52-BED3-6351-C0F4-22C13F212E3B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00323" y="210114"/>
            <a:ext cx="605475" cy="365760"/>
          </a:xfrm>
        </p:spPr>
        <p:txBody>
          <a:bodyPr/>
          <a:lstStyle/>
          <a:p>
            <a:fld id="{5E0677F5-4A8A-4BF1-96BE-3BAE8FBAFE2E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0BA0FC-A9D0-EB53-7BD2-DBDD351C5941}"/>
              </a:ext>
            </a:extLst>
          </p:cNvPr>
          <p:cNvSpPr txBox="1"/>
          <p:nvPr/>
        </p:nvSpPr>
        <p:spPr>
          <a:xfrm>
            <a:off x="178250" y="1714499"/>
            <a:ext cx="6811735" cy="563231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https://www.tigerdata.com/blog/implementing-filtered-semantic-search-using-pgvector-and-javascript-2</a:t>
            </a:r>
            <a:endParaRPr lang="en-US" sz="240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https://www.blackslate.io/articles/how-to-install-and-configure-pgvector-a-detailed-guide</a:t>
            </a:r>
            <a:br>
              <a:rPr lang="en-US" sz="2400" dirty="0">
                <a:ea typeface="+mn-lt"/>
                <a:cs typeface="+mn-lt"/>
              </a:rPr>
            </a:br>
            <a:endParaRPr lang="en-US" sz="2400" dirty="0"/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https://medium.com/data-and-beyond/sql-vs-vector-databases-choosing-the-right-tool-for-your-ai-powered-application-eb3bef40921b</a:t>
            </a:r>
            <a:endParaRPr lang="en-US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endParaRPr lang="en-US" sz="2400" dirty="0"/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https://github.com/pgvector/pgvector</a:t>
            </a:r>
            <a:endParaRPr lang="en-US"/>
          </a:p>
          <a:p>
            <a:pPr marL="285750" indent="-285750">
              <a:buFont typeface="Arial"/>
              <a:buChar char="•"/>
            </a:pPr>
            <a:endParaRPr lang="en-US" sz="2400" dirty="0">
              <a:ea typeface="+mn-lt"/>
              <a:cs typeface="+mn-lt"/>
            </a:endParaRPr>
          </a:p>
          <a:p>
            <a:endParaRPr lang="en-US" sz="2400" b="1" dirty="0">
              <a:ea typeface="+mn-lt"/>
              <a:cs typeface="+mn-lt"/>
            </a:endParaRPr>
          </a:p>
        </p:txBody>
      </p:sp>
      <p:pic>
        <p:nvPicPr>
          <p:cNvPr id="3" name="Picture 2" descr="A hand holding an ice cream cone&#10;&#10;AI-generated content may be incorrect.">
            <a:extLst>
              <a:ext uri="{FF2B5EF4-FFF2-40B4-BE49-F238E27FC236}">
                <a16:creationId xmlns:a16="http://schemas.microsoft.com/office/drawing/2014/main" id="{A43C7AC9-6305-F782-5D78-86E202805D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988629" y="3335961"/>
            <a:ext cx="5203372" cy="347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266662"/>
      </p:ext>
    </p:extLst>
  </p:cSld>
  <p:clrMapOvr>
    <a:masterClrMapping/>
  </p:clrMapOvr>
</p:sld>
</file>

<file path=ppt/theme/theme1.xml><?xml version="1.0" encoding="utf-8"?>
<a:theme xmlns:a="http://schemas.openxmlformats.org/drawingml/2006/main" name="Dark gradient">
  <a:themeElements>
    <a:clrScheme name="dark gradient">
      <a:dk1>
        <a:sysClr val="windowText" lastClr="000000"/>
      </a:dk1>
      <a:lt1>
        <a:sysClr val="window" lastClr="FFFFFF"/>
      </a:lt1>
      <a:dk2>
        <a:srgbClr val="0B0C12"/>
      </a:dk2>
      <a:lt2>
        <a:srgbClr val="ECF0FB"/>
      </a:lt2>
      <a:accent1>
        <a:srgbClr val="4970FF"/>
      </a:accent1>
      <a:accent2>
        <a:srgbClr val="712ED5"/>
      </a:accent2>
      <a:accent3>
        <a:srgbClr val="00C4B6"/>
      </a:accent3>
      <a:accent4>
        <a:srgbClr val="3633D1"/>
      </a:accent4>
      <a:accent5>
        <a:srgbClr val="4AB1FE"/>
      </a:accent5>
      <a:accent6>
        <a:srgbClr val="9E2FD5"/>
      </a:accent6>
      <a:hlink>
        <a:srgbClr val="4970FF"/>
      </a:hlink>
      <a:folHlink>
        <a:srgbClr val="8E24FF"/>
      </a:folHlink>
    </a:clrScheme>
    <a:fontScheme name="Custom 53">
      <a:majorFont>
        <a:latin typeface="Arial Nova Light"/>
        <a:ea typeface=""/>
        <a:cs typeface=""/>
      </a:majorFont>
      <a:minorFont>
        <a:latin typeface="Arial Nova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rk Gradient_wac_EF_v6" id="{47884C33-930F-4983-8A90-805F27C1336E}" vid="{C24D1BEE-D710-440D-8162-B32A89E9C68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TaxCatchAll xmlns="230e9df3-be65-4c73-a93b-d1236ebd677e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ImageTagsTaxHTField xmlns="71af3243-3dd4-4a8d-8c0d-dd76da1f02a5">
      <Terms xmlns="http://schemas.microsoft.com/office/infopath/2007/PartnerControls"/>
    </ImageTagsTaxHTField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3888480-CF61-459A-B049-2565BF1B6C2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C2D0E46-786A-45D3-8CE5-638765D8BA3B}">
  <ds:schemaRefs>
    <ds:schemaRef ds:uri="16c05727-aa75-4e4a-9b5f-8a80a1165891"/>
    <ds:schemaRef ds:uri="230e9df3-be65-4c73-a93b-d1236ebd677e"/>
    <ds:schemaRef ds:uri="71af3243-3dd4-4a8d-8c0d-dd76da1f02a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DCDFE19F-3BE8-48B3-9B35-A01B9C3497A7}">
  <ds:schemaRefs>
    <ds:schemaRef ds:uri="http://schemas.microsoft.com/office/2006/metadata/properties"/>
    <ds:schemaRef ds:uri="http://purl.org/dc/elements/1.1/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sharepoint/v3"/>
    <ds:schemaRef ds:uri="http://www.w3.org/XML/1998/namespace"/>
    <ds:schemaRef ds:uri="http://schemas.microsoft.com/office/2006/documentManagement/types"/>
    <ds:schemaRef ds:uri="71af3243-3dd4-4a8d-8c0d-dd76da1f02a5"/>
    <ds:schemaRef ds:uri="230e9df3-be65-4c73-a93b-d1236ebd677e"/>
    <ds:schemaRef ds:uri="16c05727-aa75-4e4a-9b5f-8a80a1165891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8</Words>
  <Application>Microsoft Office PowerPoint</Application>
  <PresentationFormat>Widescreen</PresentationFormat>
  <Paragraphs>4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Dark gradient</vt:lpstr>
      <vt:lpstr>Semantic Similarity Search  in PostgreSQL Using pgvector</vt:lpstr>
      <vt:lpstr>What Is pgvector?</vt:lpstr>
      <vt:lpstr>What Problem Does pgvector Solve?</vt:lpstr>
      <vt:lpstr>Comparison with Alternatives</vt:lpstr>
      <vt:lpstr>Why It Fits Applied Data Engineering</vt:lpstr>
      <vt:lpstr>Demo Setup and Workflow</vt:lpstr>
      <vt:lpstr>  Advantages and Limitations</vt:lpstr>
      <vt:lpstr>      Conclusion</vt:lpstr>
      <vt:lpstr>      References 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236</cp:revision>
  <dcterms:created xsi:type="dcterms:W3CDTF">2026-04-14T08:21:28Z</dcterms:created>
  <dcterms:modified xsi:type="dcterms:W3CDTF">2026-04-14T14:30:32Z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