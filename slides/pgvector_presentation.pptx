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3" r:id="rId4"/>
  </p:sldMasterIdLst>
  <p:notesMasterIdLst>
    <p:notesMasterId r:id="rId14"/>
  </p:notesMasterIdLst>
  <p:handoutMasterIdLst>
    <p:handoutMasterId r:id="rId15"/>
  </p:handoutMasterIdLst>
  <p:sldIdLst>
    <p:sldId id="487" r:id="rId5"/>
    <p:sldId id="489" r:id="rId6"/>
    <p:sldId id="488" r:id="rId7"/>
    <p:sldId id="490" r:id="rId8"/>
    <p:sldId id="491" r:id="rId9"/>
    <p:sldId id="492" r:id="rId10"/>
    <p:sldId id="493" r:id="rId11"/>
    <p:sldId id="494" r:id="rId12"/>
    <p:sldId id="49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10E4221-6F06-64E5-5214-772388C857B5}" name="Elizabeth Feldbruegge (ALLEGIS GROUP HOLDINGS INC)" initials="EF(GHI" userId="S::v-felizabeth@microsoft.com::ba5aea11-28e4-484d-8e49-c15efb1bd2e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DACFC"/>
    <a:srgbClr val="000000"/>
    <a:srgbClr val="FFFFFF"/>
    <a:srgbClr val="37FFF1"/>
    <a:srgbClr val="0B0C12"/>
    <a:srgbClr val="0E0F17"/>
    <a:srgbClr val="020621"/>
    <a:srgbClr val="1313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0"/>
    <p:restoredTop sz="94630"/>
  </p:normalViewPr>
  <p:slideViewPr>
    <p:cSldViewPr snapToGrid="0">
      <p:cViewPr>
        <p:scale>
          <a:sx n="100" d="100"/>
          <a:sy n="100" d="100"/>
        </p:scale>
        <p:origin x="-82" y="29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092E33C-8E56-15D7-91D9-0C9D51898F3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84E5C4-3075-2128-3C95-66CDB0C1F39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2C14BC-9E0B-417D-A4B6-D3A52302FEC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EDE216-B0E2-6179-F0CB-DA746C5A105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E76486-0E2A-27D1-56AC-57AF7869110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D3A4AD-A02B-4727-AB32-0630F343D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32485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7FB986-3F20-4AE6-9D44-118BB6C2AE02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59575-30D1-4661-8D21-5CF139634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956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4/26/2026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4884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0EE6BAA-0080-49BB-A5F6-D96B22DFE410}" type="datetime1">
              <a:rPr lang="en-US" smtClean="0"/>
              <a:t>4/26/2026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8718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 l="1" r="-18789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D95CC36-AD95-97AF-0B3C-4CA25FF54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71046"/>
            <a:ext cx="12188952" cy="3186953"/>
          </a:xfrm>
          <a:gradFill>
            <a:gsLst>
              <a:gs pos="56000">
                <a:schemeClr val="bg2">
                  <a:alpha val="71000"/>
                </a:schemeClr>
              </a:gs>
              <a:gs pos="82000">
                <a:schemeClr val="bg2"/>
              </a:gs>
              <a:gs pos="16000">
                <a:schemeClr val="accent4">
                  <a:alpha val="0"/>
                </a:schemeClr>
              </a:gs>
            </a:gsLst>
            <a:lin ang="5400000" scaled="0"/>
          </a:gradFill>
        </p:spPr>
        <p:txBody>
          <a:bodyPr lIns="365760" tIns="91440" rIns="457200" bIns="1005840"/>
          <a:lstStyle>
            <a:lvl1pPr>
              <a:defRPr sz="5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E3BCE92C-E876-D640-79C7-9E2EE54A75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770529"/>
            <a:ext cx="12192000" cy="1087471"/>
          </a:xfrm>
          <a:gradFill>
            <a:gsLst>
              <a:gs pos="29000">
                <a:schemeClr val="bg2">
                  <a:alpha val="0"/>
                </a:schemeClr>
              </a:gs>
              <a:gs pos="47000">
                <a:schemeClr val="accent4">
                  <a:lumMod val="50000"/>
                  <a:alpha val="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160000" scaled="0"/>
          </a:gradFill>
        </p:spPr>
        <p:txBody>
          <a:bodyPr vert="horz" lIns="393192" tIns="457200" rIns="274320" bIns="731520" rtlCol="0" anchor="b">
            <a:no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01752" y="210312"/>
            <a:ext cx="3447355" cy="365760"/>
          </a:xfrm>
        </p:spPr>
        <p:txBody>
          <a:bodyPr/>
          <a:lstStyle/>
          <a:p>
            <a:fld id="{21560963-1EEA-4BDE-8FF9-3FEE13B5D43C}" type="datetime1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093201" y="210312"/>
            <a:ext cx="2181351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8687" y="210312"/>
            <a:ext cx="448805" cy="365760"/>
          </a:xfrm>
        </p:spPr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8204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21560963-1EEA-4BDE-8FF9-3FEE13B5D43C}" type="datetime1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8641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69146C6-F597-C006-1822-297853281771}"/>
              </a:ext>
            </a:extLst>
          </p:cNvPr>
          <p:cNvSpPr/>
          <p:nvPr/>
        </p:nvSpPr>
        <p:spPr>
          <a:xfrm rot="16200000" flipH="1">
            <a:off x="1300007" y="3732960"/>
            <a:ext cx="1825034" cy="4425045"/>
          </a:xfrm>
          <a:prstGeom prst="rect">
            <a:avLst/>
          </a:prstGeom>
          <a:gradFill flip="none" rotWithShape="1">
            <a:gsLst>
              <a:gs pos="56000">
                <a:schemeClr val="bg1">
                  <a:alpha val="0"/>
                </a:schemeClr>
              </a:gs>
              <a:gs pos="100000">
                <a:schemeClr val="accent6"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08893D-F42F-F8AC-E751-618878BDB5EE}"/>
              </a:ext>
            </a:extLst>
          </p:cNvPr>
          <p:cNvSpPr/>
          <p:nvPr/>
        </p:nvSpPr>
        <p:spPr>
          <a:xfrm rot="10800000">
            <a:off x="0" y="-4"/>
            <a:ext cx="4572000" cy="1825033"/>
          </a:xfrm>
          <a:prstGeom prst="rect">
            <a:avLst/>
          </a:prstGeom>
          <a:gradFill>
            <a:gsLst>
              <a:gs pos="61000">
                <a:schemeClr val="bg2">
                  <a:alpha val="0"/>
                </a:schemeClr>
              </a:gs>
              <a:gs pos="100000">
                <a:schemeClr val="accent1">
                  <a:lumMod val="75000"/>
                  <a:alpha val="85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7268A13E-E2FC-935E-9D1B-2CA406D56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722" y="906109"/>
            <a:ext cx="3620078" cy="344517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51C95713-168A-6692-3C97-A85B41C1AA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722" y="5473037"/>
            <a:ext cx="3521018" cy="880873"/>
          </a:xfrm>
          <a:noFill/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30B7E9-D8D3-BC56-A758-6C86B58C0AC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68722" y="210114"/>
            <a:ext cx="2360128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4FF974-138E-88CF-9001-1A07C67D1DF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2645216" y="210114"/>
            <a:ext cx="1005840" cy="365760"/>
          </a:xfrm>
        </p:spPr>
        <p:txBody>
          <a:bodyPr/>
          <a:lstStyle/>
          <a:p>
            <a:fld id="{BCA7961A-B010-49E0-A3F6-1ED7ACF29013}" type="datetime1">
              <a:rPr lang="en-US" smtClean="0"/>
              <a:t>4/26/2026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DA7CD4-7B92-1CD1-A9F0-94B053972CA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3760180" y="210114"/>
            <a:ext cx="495299" cy="365760"/>
          </a:xfrm>
        </p:spPr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0" y="0"/>
            <a:ext cx="76200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261568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6A8D131-CBCA-5C49-BC11-F46A79A7B14C}"/>
              </a:ext>
            </a:extLst>
          </p:cNvPr>
          <p:cNvSpPr/>
          <p:nvPr/>
        </p:nvSpPr>
        <p:spPr>
          <a:xfrm rot="16200000" flipH="1">
            <a:off x="376872" y="-386654"/>
            <a:ext cx="6858000" cy="763130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35000">
                <a:schemeClr val="accent5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4BBC73-2B54-D426-37D1-91554AB6280D}"/>
              </a:ext>
            </a:extLst>
          </p:cNvPr>
          <p:cNvSpPr/>
          <p:nvPr/>
        </p:nvSpPr>
        <p:spPr>
          <a:xfrm rot="5400000">
            <a:off x="4174854" y="-1144323"/>
            <a:ext cx="3842298" cy="12191994"/>
          </a:xfrm>
          <a:prstGeom prst="rect">
            <a:avLst/>
          </a:prstGeom>
          <a:gradFill>
            <a:gsLst>
              <a:gs pos="0">
                <a:schemeClr val="accent3">
                  <a:lumMod val="50000"/>
                </a:schemeClr>
              </a:gs>
              <a:gs pos="48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267C95-ECBD-88E5-88AE-67841646FC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2756015" y="0"/>
            <a:ext cx="4875297" cy="6850173"/>
          </a:xfrm>
          <a:prstGeom prst="rect">
            <a:avLst/>
          </a:prstGeom>
          <a:gradFill flip="none" rotWithShape="1">
            <a:gsLst>
              <a:gs pos="19000">
                <a:schemeClr val="bg2"/>
              </a:gs>
              <a:gs pos="49000">
                <a:schemeClr val="accent6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AC3C9A42-36FA-B347-AD02-B9A12C8D9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779" y="1135378"/>
            <a:ext cx="5676921" cy="2163626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E1DB729E-19D6-E1D5-DB31-89E9DF5D40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2" y="4774541"/>
            <a:ext cx="4875296" cy="1591058"/>
          </a:xfrm>
          <a:noFill/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98245A6-7E39-43E3-BB93-77F6227560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01752" y="210114"/>
            <a:ext cx="2509284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0431E1F-9861-6E9A-6FDA-9450A0A9109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617720" y="210114"/>
            <a:ext cx="2153412" cy="365760"/>
          </a:xfrm>
        </p:spPr>
        <p:txBody>
          <a:bodyPr/>
          <a:lstStyle/>
          <a:p>
            <a:fld id="{9458DF63-6CB9-404F-8464-DF813E7A7B12}" type="datetime1">
              <a:rPr lang="en-US" smtClean="0"/>
              <a:t>4/26/2026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3C4D8A9-0078-62DC-A293-9B6083ED64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688836" y="210114"/>
            <a:ext cx="493776" cy="365760"/>
          </a:xfrm>
        </p:spPr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21524" y="0"/>
            <a:ext cx="4570476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3541FD-375E-9F25-9D6E-2C93D6A17135}"/>
              </a:ext>
            </a:extLst>
          </p:cNvPr>
          <p:cNvCxnSpPr>
            <a:cxnSpLocks/>
          </p:cNvCxnSpPr>
          <p:nvPr userDrawn="1"/>
        </p:nvCxnSpPr>
        <p:spPr>
          <a:xfrm flipH="1">
            <a:off x="398166" y="762000"/>
            <a:ext cx="669969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94798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66C36F6-3968-40FA-37EA-155D2BE42AD1}"/>
              </a:ext>
            </a:extLst>
          </p:cNvPr>
          <p:cNvSpPr/>
          <p:nvPr/>
        </p:nvSpPr>
        <p:spPr>
          <a:xfrm>
            <a:off x="-2754" y="5254619"/>
            <a:ext cx="12188952" cy="1603381"/>
          </a:xfrm>
          <a:prstGeom prst="rect">
            <a:avLst/>
          </a:prstGeom>
          <a:gradFill>
            <a:gsLst>
              <a:gs pos="62000">
                <a:schemeClr val="accent6">
                  <a:lumMod val="50000"/>
                  <a:alpha val="0"/>
                </a:schemeClr>
              </a:gs>
              <a:gs pos="100000">
                <a:schemeClr val="accent4">
                  <a:alpha val="8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63A348-0551-47A0-DA50-F560E4EC6794}"/>
              </a:ext>
            </a:extLst>
          </p:cNvPr>
          <p:cNvSpPr/>
          <p:nvPr/>
        </p:nvSpPr>
        <p:spPr>
          <a:xfrm>
            <a:off x="1430867" y="4492679"/>
            <a:ext cx="10758085" cy="2365320"/>
          </a:xfrm>
          <a:prstGeom prst="rect">
            <a:avLst/>
          </a:prstGeom>
          <a:gradFill>
            <a:gsLst>
              <a:gs pos="71000">
                <a:schemeClr val="accent1">
                  <a:lumMod val="50000"/>
                  <a:alpha val="0"/>
                </a:schemeClr>
              </a:gs>
              <a:gs pos="99000">
                <a:schemeClr val="accent3">
                  <a:lumMod val="60000"/>
                  <a:lumOff val="40000"/>
                  <a:alpha val="40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EE9334A-B58A-1191-419B-686185B07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5216448"/>
            <a:ext cx="7627857" cy="139484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25AC1EE1-879A-DD62-9DEE-9EDB54468E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83509" y="5216447"/>
            <a:ext cx="2738340" cy="1394844"/>
          </a:xfrm>
          <a:noFill/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3936570"/>
          </a:xfrm>
          <a:blipFill>
            <a:blip r:embed="rId2">
              <a:alphaModFix amt="70000"/>
            </a:blip>
            <a:stretch>
              <a:fillRect t="-14126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01752" y="4154963"/>
            <a:ext cx="3447355" cy="365760"/>
          </a:xfrm>
        </p:spPr>
        <p:txBody>
          <a:bodyPr/>
          <a:lstStyle/>
          <a:p>
            <a:fld id="{21560963-1EEA-4BDE-8FF9-3FEE13B5D43C}" type="datetime1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093201" y="4154963"/>
            <a:ext cx="2181351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52503" y="4154963"/>
            <a:ext cx="448805" cy="365760"/>
          </a:xfrm>
        </p:spPr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2066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5C02513-E6E5-DFFD-29B1-02BE448BA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83189" y="0"/>
            <a:ext cx="9708811" cy="6859553"/>
          </a:xfrm>
          <a:prstGeom prst="rect">
            <a:avLst/>
          </a:prstGeom>
          <a:gradFill flip="none" rotWithShape="1">
            <a:gsLst>
              <a:gs pos="9000">
                <a:schemeClr val="accent1">
                  <a:lumMod val="75000"/>
                </a:schemeClr>
              </a:gs>
              <a:gs pos="54000">
                <a:schemeClr val="bg2">
                  <a:alpha val="0"/>
                </a:schemeClr>
              </a:gs>
            </a:gsLst>
            <a:lin ang="13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31A197-F740-DCA2-902E-29B890C31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398166" y="2201332"/>
            <a:ext cx="11793834" cy="4656665"/>
          </a:xfrm>
          <a:prstGeom prst="rect">
            <a:avLst/>
          </a:prstGeom>
          <a:gradFill>
            <a:gsLst>
              <a:gs pos="0">
                <a:schemeClr val="accent2"/>
              </a:gs>
              <a:gs pos="36000">
                <a:schemeClr val="accent1">
                  <a:lumMod val="50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6801FB-115C-F074-E428-F4A4A588BC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17000">
                <a:schemeClr val="accent3">
                  <a:lumMod val="60000"/>
                  <a:lumOff val="40000"/>
                  <a:alpha val="51000"/>
                </a:schemeClr>
              </a:gs>
              <a:gs pos="44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CE9BCB7-0B84-78EB-474B-9077DE024658}"/>
              </a:ext>
            </a:extLst>
          </p:cNvPr>
          <p:cNvCxnSpPr>
            <a:cxnSpLocks/>
          </p:cNvCxnSpPr>
          <p:nvPr/>
        </p:nvCxnSpPr>
        <p:spPr>
          <a:xfrm flipH="1">
            <a:off x="358140" y="5174874"/>
            <a:ext cx="11475720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9">
            <a:extLst>
              <a:ext uri="{FF2B5EF4-FFF2-40B4-BE49-F238E27FC236}">
                <a16:creationId xmlns:a16="http://schemas.microsoft.com/office/drawing/2014/main" id="{B7CA771C-C0DC-4CE5-6507-04B80A7BF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388704"/>
            <a:ext cx="9509760" cy="4297679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1CA59141-B447-02B6-2167-E19939B6D5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486399"/>
            <a:ext cx="6951553" cy="726128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6BEF7-236A-87FA-F0D9-F4515D8135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304985"/>
            <a:ext cx="221815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82FB242-E4A2-4711-B168-6D02C45DBE61}" type="datetime1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0F5B7-78E6-2702-0F8C-122F4D21C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22485" y="6304985"/>
            <a:ext cx="2509284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9C8F0-DE20-1DBB-6A42-CBFFAE15D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7526" y="6304985"/>
            <a:ext cx="49377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5528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4/26/2026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 userDrawn="1"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3302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1A723D2-7AAD-C321-CBD6-371714EC1095}"/>
              </a:ext>
            </a:extLst>
          </p:cNvPr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gradFill flip="none" rotWithShape="1">
            <a:gsLst>
              <a:gs pos="70000">
                <a:schemeClr val="bg2"/>
              </a:gs>
              <a:gs pos="1149">
                <a:schemeClr val="accent3">
                  <a:lumMod val="50000"/>
                </a:schemeClr>
              </a:gs>
              <a:gs pos="33000">
                <a:schemeClr val="accent2">
                  <a:lumMod val="5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54A4F1-E6B3-0BD8-2214-FC728BA0524F}"/>
              </a:ext>
            </a:extLst>
          </p:cNvPr>
          <p:cNvSpPr/>
          <p:nvPr/>
        </p:nvSpPr>
        <p:spPr>
          <a:xfrm rot="5400000">
            <a:off x="4604446" y="-729554"/>
            <a:ext cx="4537587" cy="10637521"/>
          </a:xfrm>
          <a:prstGeom prst="rect">
            <a:avLst/>
          </a:prstGeom>
          <a:gradFill flip="none" rotWithShape="1">
            <a:gsLst>
              <a:gs pos="65000">
                <a:schemeClr val="tx1">
                  <a:alpha val="0"/>
                </a:schemeClr>
              </a:gs>
              <a:gs pos="0">
                <a:schemeClr val="accent3">
                  <a:lumMod val="60000"/>
                  <a:lumOff val="40000"/>
                  <a:alpha val="70000"/>
                </a:schemeClr>
              </a:gs>
              <a:gs pos="32000">
                <a:schemeClr val="accent4">
                  <a:alpha val="0"/>
                </a:schemeClr>
              </a:gs>
            </a:gsLst>
            <a:lin ang="96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4B18168D-C992-4156-FB48-F867F260F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456" y="1133862"/>
            <a:ext cx="8346853" cy="3537889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701A87CE-1AFE-0182-C6D3-084296E48E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525725"/>
            <a:ext cx="6052929" cy="884901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AFA23F-C567-5858-AF7D-C37EC8657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FB4A31-4D88-6836-9F3A-5E23FC9DE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C38715-2A76-D075-B90E-D24A263D8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D6702AA-E129-137F-060D-8DD37BC99937}"/>
              </a:ext>
            </a:extLst>
          </p:cNvPr>
          <p:cNvCxnSpPr>
            <a:cxnSpLocks/>
          </p:cNvCxnSpPr>
          <p:nvPr/>
        </p:nvCxnSpPr>
        <p:spPr>
          <a:xfrm flipH="1">
            <a:off x="358140" y="762000"/>
            <a:ext cx="11475720" cy="0"/>
          </a:xfrm>
          <a:prstGeom prst="line">
            <a:avLst/>
          </a:prstGeom>
          <a:ln w="6350">
            <a:solidFill>
              <a:schemeClr val="tx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0FD9841-58FA-E828-27A6-DBFBFA5C0854}"/>
              </a:ext>
            </a:extLst>
          </p:cNvPr>
          <p:cNvCxnSpPr>
            <a:cxnSpLocks/>
          </p:cNvCxnSpPr>
          <p:nvPr/>
        </p:nvCxnSpPr>
        <p:spPr>
          <a:xfrm flipH="1">
            <a:off x="394716" y="5250426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89207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4278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16200000" flipH="1">
            <a:off x="-367223" y="363046"/>
            <a:ext cx="6866356" cy="613190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69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16200000">
            <a:off x="-2106733" y="2106735"/>
            <a:ext cx="6858000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  <a:alpha val="72000"/>
                </a:schemeClr>
              </a:gs>
              <a:gs pos="49000">
                <a:schemeClr val="bg2">
                  <a:alpha val="0"/>
                </a:schemeClr>
              </a:gs>
            </a:gsLst>
            <a:lin ang="58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922070-FC98-090C-2EE5-E880AEA09D1B}"/>
              </a:ext>
            </a:extLst>
          </p:cNvPr>
          <p:cNvSpPr/>
          <p:nvPr/>
        </p:nvSpPr>
        <p:spPr>
          <a:xfrm flipH="1" flipV="1">
            <a:off x="0" y="2200164"/>
            <a:ext cx="12192000" cy="4657836"/>
          </a:xfrm>
          <a:prstGeom prst="rect">
            <a:avLst/>
          </a:prstGeom>
          <a:gradFill>
            <a:gsLst>
              <a:gs pos="0">
                <a:schemeClr val="accent2"/>
              </a:gs>
              <a:gs pos="52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079500"/>
            <a:ext cx="9867900" cy="5514953"/>
          </a:xfrm>
        </p:spPr>
        <p:txBody>
          <a:bodyPr anchor="b">
            <a:norm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F27D51-28B8-B2E3-D66E-632D6F01E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1DCFE3-286D-146F-718D-4D8F709FB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65F9152-3DAD-AB36-D2B3-9A4DBF0AA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9448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4/26/2026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15569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B191826-CFE4-1D6E-85E2-32EE006A5C5D}"/>
              </a:ext>
            </a:extLst>
          </p:cNvPr>
          <p:cNvSpPr/>
          <p:nvPr/>
        </p:nvSpPr>
        <p:spPr>
          <a:xfrm flipH="1">
            <a:off x="0" y="0"/>
            <a:ext cx="12192000" cy="6857996"/>
          </a:xfrm>
          <a:prstGeom prst="rect">
            <a:avLst/>
          </a:prstGeom>
          <a:gradFill flip="none" rotWithShape="1">
            <a:gsLst>
              <a:gs pos="93000">
                <a:schemeClr val="tx2"/>
              </a:gs>
              <a:gs pos="75000">
                <a:schemeClr val="accent1">
                  <a:alpha val="94000"/>
                </a:schemeClr>
              </a:gs>
              <a:gs pos="39000">
                <a:schemeClr val="accent4">
                  <a:lumMod val="5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DDCB74-BBA4-B75C-2781-A574716A3DE4}"/>
              </a:ext>
            </a:extLst>
          </p:cNvPr>
          <p:cNvSpPr/>
          <p:nvPr/>
        </p:nvSpPr>
        <p:spPr>
          <a:xfrm>
            <a:off x="0" y="-5"/>
            <a:ext cx="7958884" cy="5425439"/>
          </a:xfrm>
          <a:prstGeom prst="rect">
            <a:avLst/>
          </a:prstGeom>
          <a:gradFill flip="none" rotWithShape="1">
            <a:gsLst>
              <a:gs pos="6000">
                <a:schemeClr val="accent4">
                  <a:lumMod val="50000"/>
                </a:schemeClr>
              </a:gs>
              <a:gs pos="51000">
                <a:schemeClr val="accent6">
                  <a:lumMod val="75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4A60CA-D100-CFE6-62AC-013A201FBB9F}"/>
              </a:ext>
            </a:extLst>
          </p:cNvPr>
          <p:cNvSpPr/>
          <p:nvPr/>
        </p:nvSpPr>
        <p:spPr>
          <a:xfrm rot="5400000">
            <a:off x="1660810" y="-1660814"/>
            <a:ext cx="6858000" cy="1017962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60000"/>
                  <a:lumOff val="40000"/>
                  <a:alpha val="50000"/>
                </a:schemeClr>
              </a:gs>
              <a:gs pos="72989">
                <a:schemeClr val="bg2">
                  <a:alpha val="0"/>
                </a:schemeClr>
              </a:gs>
              <a:gs pos="37000">
                <a:schemeClr val="accent2">
                  <a:lumMod val="75000"/>
                  <a:alpha val="8000"/>
                </a:schemeClr>
              </a:gs>
            </a:gsLst>
            <a:lin ang="12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2C61630-0AC6-F4D9-545E-38A32C69F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48579"/>
            <a:ext cx="4724400" cy="2811649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2375" y="210114"/>
            <a:ext cx="1884796" cy="365760"/>
          </a:xfrm>
        </p:spPr>
        <p:txBody>
          <a:bodyPr/>
          <a:lstStyle/>
          <a:p>
            <a:fld id="{C2A0816E-BD5C-478F-AB95-6BE098266DF3}" type="datetime1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81323" y="210114"/>
            <a:ext cx="2509284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1322" y="1148580"/>
            <a:ext cx="4986777" cy="4606762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53263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515BC3-2A9C-497B-B82C-246EEDDDF89C}" type="datetime1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4280861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5EF5A46-889B-82F0-E6A3-B308E2DCC951}"/>
              </a:ext>
            </a:extLst>
          </p:cNvPr>
          <p:cNvSpPr/>
          <p:nvPr/>
        </p:nvSpPr>
        <p:spPr>
          <a:xfrm rot="5400000" flipH="1" flipV="1">
            <a:off x="5012872" y="-5012874"/>
            <a:ext cx="2166257" cy="12192001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</a:schemeClr>
              </a:gs>
              <a:gs pos="61000">
                <a:schemeClr val="bg2">
                  <a:alpha val="0"/>
                </a:schemeClr>
              </a:gs>
            </a:gsLst>
            <a:lin ang="11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E27D4F-6E85-4618-7F98-5F4B945ACFE4}"/>
              </a:ext>
            </a:extLst>
          </p:cNvPr>
          <p:cNvSpPr/>
          <p:nvPr/>
        </p:nvSpPr>
        <p:spPr>
          <a:xfrm rot="10800000" flipH="1" flipV="1">
            <a:off x="4836601" y="0"/>
            <a:ext cx="7355399" cy="6858000"/>
          </a:xfrm>
          <a:prstGeom prst="rect">
            <a:avLst/>
          </a:prstGeom>
          <a:gradFill flip="none" rotWithShape="1">
            <a:gsLst>
              <a:gs pos="44000">
                <a:schemeClr val="accent2">
                  <a:alpha val="28000"/>
                </a:schemeClr>
              </a:gs>
              <a:gs pos="0">
                <a:schemeClr val="accent1"/>
              </a:gs>
              <a:gs pos="75000">
                <a:schemeClr val="bg2">
                  <a:alpha val="0"/>
                </a:schemeClr>
              </a:gs>
            </a:gsLst>
            <a:lin ang="12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C6460E-7477-249C-CA29-89DD19B3F5CB}"/>
              </a:ext>
            </a:extLst>
          </p:cNvPr>
          <p:cNvSpPr/>
          <p:nvPr/>
        </p:nvSpPr>
        <p:spPr>
          <a:xfrm rot="10800000" flipH="1" flipV="1">
            <a:off x="6749143" y="1763485"/>
            <a:ext cx="5442857" cy="5094514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0000"/>
                  <a:lumOff val="40000"/>
                </a:schemeClr>
              </a:gs>
              <a:gs pos="52000">
                <a:schemeClr val="accent4">
                  <a:lumMod val="50000"/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90595"/>
            <a:ext cx="5811178" cy="3043682"/>
          </a:xfrm>
        </p:spPr>
        <p:txBody>
          <a:bodyPr anchor="b">
            <a:norm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CDEAC1E-5504-4723-BE4B-1DE8B305AF62}" type="datetime1">
              <a:rPr lang="en-US" smtClean="0"/>
              <a:t>4/26/2026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4167941"/>
            <a:ext cx="5811177" cy="181722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624301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637BF44-E096-ADC8-0C23-BA7E19E66787}"/>
              </a:ext>
            </a:extLst>
          </p:cNvPr>
          <p:cNvSpPr/>
          <p:nvPr/>
        </p:nvSpPr>
        <p:spPr>
          <a:xfrm rot="10800000" flipV="1">
            <a:off x="3342" y="0"/>
            <a:ext cx="5334001" cy="6858000"/>
          </a:xfrm>
          <a:prstGeom prst="rect">
            <a:avLst/>
          </a:prstGeom>
          <a:gradFill flip="none" rotWithShape="1">
            <a:gsLst>
              <a:gs pos="52000">
                <a:schemeClr val="accent2">
                  <a:alpha val="28000"/>
                </a:schemeClr>
              </a:gs>
              <a:gs pos="0">
                <a:schemeClr val="accent1"/>
              </a:gs>
              <a:gs pos="78000">
                <a:schemeClr val="bg2">
                  <a:alpha val="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03D519-17B6-1CCD-DA98-45A0B88A04E8}"/>
              </a:ext>
            </a:extLst>
          </p:cNvPr>
          <p:cNvSpPr/>
          <p:nvPr/>
        </p:nvSpPr>
        <p:spPr>
          <a:xfrm rot="10800000" flipV="1">
            <a:off x="-2" y="1448661"/>
            <a:ext cx="7828909" cy="5409338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</a:schemeClr>
              </a:gs>
              <a:gs pos="52000">
                <a:schemeClr val="accent4">
                  <a:lumMod val="50000"/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738353"/>
            <a:ext cx="2907231" cy="2501900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36A82C16-EB1A-4294-103B-715F071E5A3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E6582D0-CC23-4B30-B5F7-0EC0E82226EA}" type="datetime1">
              <a:rPr lang="en-US" smtClean="0"/>
              <a:t>4/26/2026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F09CF825-511F-35F8-E0EC-636033ED43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27EA83B-52EA-A0B8-E2E8-C9D1FE273B2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738352"/>
            <a:ext cx="4797769" cy="3787377"/>
          </a:xfrm>
        </p:spPr>
        <p:txBody>
          <a:bodyPr vert="horz" lIns="91440" tIns="45720" rIns="73152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5885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956481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25286"/>
            <a:ext cx="6177587" cy="1635723"/>
          </a:xfrm>
        </p:spPr>
        <p:txBody>
          <a:bodyPr anchor="b">
            <a:norm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F7B4F8-3C61-0936-7251-8633EE5F2C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DA624A-E1F8-4C9A-205B-0A6EA83A187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1848B1D-AC89-3F75-720C-6A1E8C8E7AA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017520"/>
            <a:ext cx="7680960" cy="34747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51E206-ED3F-B360-C610-1197186BA59A}"/>
              </a:ext>
            </a:extLst>
          </p:cNvPr>
          <p:cNvSpPr/>
          <p:nvPr/>
        </p:nvSpPr>
        <p:spPr>
          <a:xfrm rot="16200000" flipV="1">
            <a:off x="7683337" y="2349337"/>
            <a:ext cx="6858000" cy="2159326"/>
          </a:xfrm>
          <a:prstGeom prst="rect">
            <a:avLst/>
          </a:prstGeom>
          <a:gradFill>
            <a:gsLst>
              <a:gs pos="0">
                <a:schemeClr val="accent3"/>
              </a:gs>
              <a:gs pos="48000">
                <a:schemeClr val="bg2">
                  <a:alpha val="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874C02-925E-C0AE-1F22-882A90A64E54}"/>
              </a:ext>
            </a:extLst>
          </p:cNvPr>
          <p:cNvSpPr/>
          <p:nvPr/>
        </p:nvSpPr>
        <p:spPr>
          <a:xfrm rot="10800000" flipH="1" flipV="1">
            <a:off x="7849486" y="0"/>
            <a:ext cx="4342514" cy="6858000"/>
          </a:xfrm>
          <a:prstGeom prst="rect">
            <a:avLst/>
          </a:prstGeom>
          <a:gradFill flip="none" rotWithShape="1">
            <a:gsLst>
              <a:gs pos="29000">
                <a:schemeClr val="accent2">
                  <a:alpha val="28000"/>
                </a:schemeClr>
              </a:gs>
              <a:gs pos="5000">
                <a:schemeClr val="accent1">
                  <a:alpha val="63000"/>
                </a:schemeClr>
              </a:gs>
              <a:gs pos="66000">
                <a:schemeClr val="bg2">
                  <a:alpha val="0"/>
                </a:schemeClr>
              </a:gs>
            </a:gsLst>
            <a:lin ang="12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67437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3E08220-0958-4EB6-84AC-FBA5654D4035}" type="datetime1">
              <a:rPr lang="en-US" smtClean="0"/>
              <a:t>4/26/2026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17984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25717"/>
            <a:ext cx="3144282" cy="2443427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8149B0F-FE5F-465D-BF44-EE1D3847CE00}" type="datetime1">
              <a:rPr lang="en-US" smtClean="0"/>
              <a:t>4/26/2026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0069" y="210114"/>
            <a:ext cx="2664515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0070" y="1025717"/>
            <a:ext cx="6306086" cy="5335754"/>
          </a:xfrm>
        </p:spPr>
        <p:txBody>
          <a:bodyPr vert="horz" lIns="91440" tIns="45720" rIns="82296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890087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376"/>
            <a:ext cx="9875520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7DA9862-2C49-41B4-AD0B-6F93BC6DDDF8}" type="datetime1">
              <a:rPr lang="en-US" smtClean="0"/>
              <a:t>4/26/2026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BDEC48-6AF0-A15B-1E5D-9476B32733A4}"/>
              </a:ext>
            </a:extLst>
          </p:cNvPr>
          <p:cNvSpPr/>
          <p:nvPr/>
        </p:nvSpPr>
        <p:spPr>
          <a:xfrm rot="10800000" flipH="1">
            <a:off x="0" y="1700784"/>
            <a:ext cx="12192000" cy="2406798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64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CCDA7C-EB2B-A59A-8F97-263F3FE42D52}"/>
              </a:ext>
            </a:extLst>
          </p:cNvPr>
          <p:cNvSpPr/>
          <p:nvPr/>
        </p:nvSpPr>
        <p:spPr>
          <a:xfrm rot="10800000">
            <a:off x="1159597" y="1700784"/>
            <a:ext cx="11032403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lumMod val="75000"/>
                  <a:alpha val="35000"/>
                </a:schemeClr>
              </a:gs>
              <a:gs pos="0">
                <a:schemeClr val="accent3">
                  <a:lumMod val="60000"/>
                  <a:lumOff val="40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2011679"/>
            <a:ext cx="11612880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081348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25717"/>
            <a:ext cx="3144282" cy="2443427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8149B0F-FE5F-465D-BF44-EE1D3847CE00}" type="datetime1">
              <a:rPr lang="en-US" smtClean="0"/>
              <a:t>4/26/2026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0069" y="210114"/>
            <a:ext cx="2664515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0070" y="1025717"/>
            <a:ext cx="7420178" cy="5375082"/>
          </a:xfrm>
        </p:spPr>
        <p:txBody>
          <a:bodyPr vert="horz" lIns="91440" tIns="45720" rIns="82296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31437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37D881E9-FF16-48A7-B8AA-A17AAAEAD6E1}" type="datetime1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994914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9103" y="952500"/>
            <a:ext cx="3239262" cy="158288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7620000" cy="685800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81000" y="210114"/>
            <a:ext cx="1413537" cy="365760"/>
          </a:xfrm>
        </p:spPr>
        <p:txBody>
          <a:bodyPr/>
          <a:lstStyle/>
          <a:p>
            <a:fld id="{52D95AE2-CFB9-4B68-957C-4721356B27A9}" type="datetime1">
              <a:rPr lang="en-US" smtClean="0"/>
              <a:t>4/26/2026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150916" y="210114"/>
            <a:ext cx="2333520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59103" y="3103929"/>
            <a:ext cx="3239262" cy="310983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AF1B15-A912-4D71-3A1C-A97F524B9DE0}"/>
              </a:ext>
            </a:extLst>
          </p:cNvPr>
          <p:cNvCxnSpPr>
            <a:cxnSpLocks/>
          </p:cNvCxnSpPr>
          <p:nvPr/>
        </p:nvCxnSpPr>
        <p:spPr>
          <a:xfrm flipH="1">
            <a:off x="8237415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68003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862C1B48-5712-40E8-928E-1136C5D12A17}" type="datetime1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886553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2BDF39F2-6977-4B14-98E3-4DFE82804B0D}" type="datetime1">
              <a:rPr lang="en-US" smtClean="0"/>
              <a:t>4/26/2026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 userDrawn="1"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10891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>
            <a:off x="0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55810"/>
            <a:ext cx="4114799" cy="124405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10114"/>
            <a:ext cx="1485900" cy="365760"/>
          </a:xfrm>
        </p:spPr>
        <p:txBody>
          <a:bodyPr/>
          <a:lstStyle/>
          <a:p>
            <a:fld id="{2BDF39F2-6977-4B14-98E3-4DFE82804B0D}" type="datetime1">
              <a:rPr lang="en-US" smtClean="0"/>
              <a:t>4/26/2026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268722" y="210114"/>
            <a:ext cx="1860464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4192949" y="210114"/>
            <a:ext cx="605475" cy="365760"/>
          </a:xfrm>
        </p:spPr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788920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23240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904EB0-09B1-E4AD-6BEA-66B82835A61F}"/>
              </a:ext>
            </a:extLst>
          </p:cNvPr>
          <p:cNvCxnSpPr>
            <a:cxnSpLocks/>
          </p:cNvCxnSpPr>
          <p:nvPr/>
        </p:nvCxnSpPr>
        <p:spPr>
          <a:xfrm flipH="1">
            <a:off x="395444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DB01857F-DF9F-2A98-2C2B-889C9BE29432}"/>
              </a:ext>
            </a:extLst>
          </p:cNvPr>
          <p:cNvSpPr/>
          <p:nvPr userDrawn="1"/>
        </p:nvSpPr>
        <p:spPr>
          <a:xfrm>
            <a:off x="0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91340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1B48-5712-40E8-928E-1136C5D12A17}" type="datetime1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66155215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3383280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1"/>
            <a:ext cx="12192000" cy="3017520"/>
          </a:xfrm>
          <a:blipFill dpi="0" rotWithShape="1">
            <a:blip r:embed="rId2">
              <a:alphaModFix amt="60000"/>
            </a:blip>
            <a:srcRect/>
            <a:stretch>
              <a:fillRect b="-29122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3383280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862C1B48-5712-40E8-928E-1136C5D12A17}" type="datetime1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78029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23EC03A-74B3-46B6-A70D-0B367EABDC7F}" type="datetime1">
              <a:rPr lang="en-US" smtClean="0"/>
              <a:t>4/26/2026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 userDrawn="1"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38947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D6F66A7C-2450-4D43-AEC7-53AFAE9E8A03}" type="datetime1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44331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341" y="1005840"/>
            <a:ext cx="5098676" cy="885847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96EE962-E57A-8EDB-7169-6EB04FA7539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0"/>
            <a:ext cx="5627801" cy="685800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8F33F2-F4BB-B275-F273-C808EF0E4C3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4/26/2026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3F4D515-6DB5-140D-B839-CB332F27BDD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46341" y="210114"/>
            <a:ext cx="2509284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24E981-2AEE-AD42-76FB-6003D79DAE8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5767" y="2047285"/>
            <a:ext cx="5098675" cy="4048715"/>
          </a:xfrm>
        </p:spPr>
        <p:txBody>
          <a:bodyPr rIns="4572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69FB954-0266-229D-9FE8-7EEDE4102171}"/>
              </a:ext>
            </a:extLst>
          </p:cNvPr>
          <p:cNvCxnSpPr>
            <a:cxnSpLocks/>
          </p:cNvCxnSpPr>
          <p:nvPr/>
        </p:nvCxnSpPr>
        <p:spPr>
          <a:xfrm flipH="1">
            <a:off x="6247224" y="751313"/>
            <a:ext cx="555006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086373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4984"/>
            <a:ext cx="2820593" cy="2018221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23EC03A-74B3-46B6-A70D-0B367EABDC7F}" type="datetime1">
              <a:rPr lang="en-US" smtClean="0"/>
              <a:t>4/26/2026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668134" y="210114"/>
            <a:ext cx="3302000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178517" y="210114"/>
            <a:ext cx="605475" cy="365760"/>
          </a:xfrm>
        </p:spPr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669802" y="1014984"/>
            <a:ext cx="3951867" cy="5088504"/>
          </a:xfrm>
        </p:spPr>
        <p:txBody>
          <a:bodyPr rIns="27432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288976" y="0"/>
            <a:ext cx="3903023" cy="68579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A521034-7090-2D31-55C9-25FDCC8BE1D5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29776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BEA23E8F-F4E2-0421-02A4-4F2398C907D3}"/>
              </a:ext>
            </a:extLst>
          </p:cNvPr>
          <p:cNvSpPr/>
          <p:nvPr/>
        </p:nvSpPr>
        <p:spPr>
          <a:xfrm flipH="1">
            <a:off x="0" y="3644910"/>
            <a:ext cx="1854200" cy="3213090"/>
          </a:xfrm>
          <a:prstGeom prst="rect">
            <a:avLst/>
          </a:prstGeom>
          <a:gradFill>
            <a:gsLst>
              <a:gs pos="60000">
                <a:schemeClr val="bg2">
                  <a:alpha val="0"/>
                </a:schemeClr>
              </a:gs>
              <a:gs pos="100000">
                <a:schemeClr val="accent6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82988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FBC323F5-F813-45BA-B261-A7C41DB03AE5}" type="datetime1">
              <a:rPr lang="en-US" smtClean="0"/>
              <a:t>4/26/2026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798591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124712"/>
            <a:ext cx="6035040" cy="118872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1B6B1A-D5A1-4BE6-F356-717BCDE641E2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10114"/>
            <a:ext cx="1759288" cy="365760"/>
          </a:xfrm>
        </p:spPr>
        <p:txBody>
          <a:bodyPr/>
          <a:lstStyle/>
          <a:p>
            <a:fld id="{7DA2CEDE-2AB4-4FB8-9551-E0AA4222B1A3}" type="datetime1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F832-23A2-A613-62C4-CB5A46DFFDA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0ECE9-B681-F022-60D1-1A016882C82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5A6D87B-55DF-483B-0AF7-E6F2B6041C8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776" y="2629095"/>
            <a:ext cx="6286500" cy="3729912"/>
          </a:xfrm>
          <a:blipFill>
            <a:blip r:embed="rId2">
              <a:alphaModFix amt="60000"/>
            </a:blip>
            <a:stretch>
              <a:fillRect b="-13379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1124712"/>
            <a:ext cx="3683000" cy="523429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51E514-0366-08AF-7655-4232DA4DBADF}"/>
              </a:ext>
            </a:extLst>
          </p:cNvPr>
          <p:cNvSpPr/>
          <p:nvPr/>
        </p:nvSpPr>
        <p:spPr>
          <a:xfrm flipH="1">
            <a:off x="3009900" y="5797487"/>
            <a:ext cx="9182100" cy="1060512"/>
          </a:xfrm>
          <a:prstGeom prst="rect">
            <a:avLst/>
          </a:prstGeom>
          <a:gradFill>
            <a:gsLst>
              <a:gs pos="55000">
                <a:schemeClr val="bg2">
                  <a:alpha val="0"/>
                </a:schemeClr>
              </a:gs>
              <a:gs pos="100000">
                <a:schemeClr val="accent4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817AFFE-A609-63B8-B679-F0129190A122}"/>
              </a:ext>
            </a:extLst>
          </p:cNvPr>
          <p:cNvSpPr/>
          <p:nvPr/>
        </p:nvSpPr>
        <p:spPr>
          <a:xfrm rot="5400000" flipH="1">
            <a:off x="9426287" y="4092286"/>
            <a:ext cx="4807525" cy="723901"/>
          </a:xfrm>
          <a:prstGeom prst="rect">
            <a:avLst/>
          </a:prstGeom>
          <a:gradFill>
            <a:gsLst>
              <a:gs pos="47000">
                <a:schemeClr val="bg2">
                  <a:alpha val="0"/>
                </a:schemeClr>
              </a:gs>
              <a:gs pos="100000">
                <a:schemeClr val="accent3">
                  <a:lumMod val="40000"/>
                  <a:lumOff val="60000"/>
                  <a:alpha val="61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95975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60120"/>
            <a:ext cx="7726680" cy="9144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6D40D1C1-6E49-4083-B78C-1B50EA73104C}" type="datetime1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942516" y="203862"/>
            <a:ext cx="2377440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540537" y="203862"/>
            <a:ext cx="602991" cy="365760"/>
          </a:xfrm>
        </p:spPr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1" y="2194560"/>
            <a:ext cx="7726680" cy="4206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663152" y="0"/>
            <a:ext cx="3528848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1A1B53F-5BA2-09DF-9A48-941699CA2D54}"/>
              </a:ext>
            </a:extLst>
          </p:cNvPr>
          <p:cNvCxnSpPr>
            <a:cxnSpLocks/>
          </p:cNvCxnSpPr>
          <p:nvPr/>
        </p:nvCxnSpPr>
        <p:spPr>
          <a:xfrm flipH="1">
            <a:off x="457202" y="751313"/>
            <a:ext cx="758952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484456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0016" y="957435"/>
            <a:ext cx="6400800" cy="885847"/>
          </a:xfrm>
        </p:spPr>
        <p:txBody>
          <a:bodyPr rIns="548640"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96EE962-E57A-8EDB-7169-6EB04FA7539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" y="0"/>
            <a:ext cx="4698090" cy="685800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362DD-3333-1184-E97C-2FDF9D599F49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5213149" y="212239"/>
            <a:ext cx="2208276" cy="365760"/>
          </a:xfrm>
        </p:spPr>
        <p:txBody>
          <a:bodyPr/>
          <a:lstStyle/>
          <a:p>
            <a:fld id="{E74C9532-5249-4EF8-9302-9703A89C50A6}" type="datetime1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1225D-49EF-5752-ACF2-F43EB2B3633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7619999" y="210114"/>
            <a:ext cx="2297151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21012C-B1FA-A889-A45D-1DA431A4144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10016" y="2054715"/>
            <a:ext cx="6400800" cy="4502965"/>
          </a:xfrm>
        </p:spPr>
        <p:txBody>
          <a:bodyPr rIns="5486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9D4FBA1-5448-1E5A-42E9-23AAC06CC512}"/>
              </a:ext>
            </a:extLst>
          </p:cNvPr>
          <p:cNvCxnSpPr>
            <a:cxnSpLocks/>
          </p:cNvCxnSpPr>
          <p:nvPr/>
        </p:nvCxnSpPr>
        <p:spPr>
          <a:xfrm flipH="1">
            <a:off x="5319887" y="751313"/>
            <a:ext cx="6477397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560260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4A97960-D10E-4C66-898F-E062784CD6C7}" type="datetime1">
              <a:rPr lang="en-US" smtClean="0"/>
              <a:t>4/26/2026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2813700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4A97960-D10E-4C66-898F-E062784CD6C7}" type="datetime1">
              <a:rPr lang="en-US" smtClean="0"/>
              <a:t>4/26/2026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709571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7B77AD4-7B4F-4A76-ADEB-9CF6601338DB}" type="datetime1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138755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0">
            <a:extLst>
              <a:ext uri="{FF2B5EF4-FFF2-40B4-BE49-F238E27FC236}">
                <a16:creationId xmlns:a16="http://schemas.microsoft.com/office/drawing/2014/main" id="{DD010CB8-5ADF-D96A-0AE8-D830AFDEB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2485" y="1100831"/>
            <a:ext cx="3503935" cy="3811825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20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E7D3A11-047C-4AE4-9A54-AA0426E18492}" type="datetime1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205AA2D5-1683-397E-F373-FD43CF41C35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1192305"/>
            <a:ext cx="6354305" cy="5302119"/>
          </a:xfrm>
        </p:spPr>
        <p:txBody>
          <a:bodyPr anchor="b"/>
          <a:lstStyle>
            <a:lvl1pPr>
              <a:lnSpc>
                <a:spcPct val="85000"/>
              </a:lnSpc>
              <a:defRPr sz="167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A889F67-0B6B-A4B3-54DF-0A8015E5486C}"/>
              </a:ext>
            </a:extLst>
          </p:cNvPr>
          <p:cNvCxnSpPr>
            <a:cxnSpLocks/>
          </p:cNvCxnSpPr>
          <p:nvPr/>
        </p:nvCxnSpPr>
        <p:spPr>
          <a:xfrm flipV="1">
            <a:off x="7083125" y="1192305"/>
            <a:ext cx="0" cy="4711453"/>
          </a:xfrm>
          <a:prstGeom prst="line">
            <a:avLst/>
          </a:prstGeom>
          <a:ln w="6350">
            <a:solidFill>
              <a:schemeClr val="tx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411602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Lar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6789B03-A237-8E25-DB32-95E92EBCC3A2}"/>
              </a:ext>
            </a:extLst>
          </p:cNvPr>
          <p:cNvSpPr/>
          <p:nvPr/>
        </p:nvSpPr>
        <p:spPr>
          <a:xfrm rot="10800000" flipH="1" flipV="1">
            <a:off x="1175658" y="0"/>
            <a:ext cx="11016342" cy="6858000"/>
          </a:xfrm>
          <a:prstGeom prst="rect">
            <a:avLst/>
          </a:prstGeom>
          <a:gradFill flip="none" rotWithShape="1">
            <a:gsLst>
              <a:gs pos="61500">
                <a:schemeClr val="accent1">
                  <a:alpha val="50000"/>
                </a:schemeClr>
              </a:gs>
              <a:gs pos="40000">
                <a:schemeClr val="accent5">
                  <a:alpha val="50000"/>
                </a:schemeClr>
              </a:gs>
              <a:gs pos="6000">
                <a:schemeClr val="bg2"/>
              </a:gs>
              <a:gs pos="94000">
                <a:schemeClr val="bg2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B651B9B-74D4-3A3F-E369-214B13D8B83C}"/>
              </a:ext>
            </a:extLst>
          </p:cNvPr>
          <p:cNvSpPr/>
          <p:nvPr/>
        </p:nvSpPr>
        <p:spPr>
          <a:xfrm rot="16200000" flipV="1">
            <a:off x="6267450" y="933451"/>
            <a:ext cx="6858000" cy="4991099"/>
          </a:xfrm>
          <a:prstGeom prst="rect">
            <a:avLst/>
          </a:prstGeom>
          <a:gradFill>
            <a:gsLst>
              <a:gs pos="3000">
                <a:schemeClr val="accent6">
                  <a:lumMod val="75000"/>
                </a:schemeClr>
              </a:gs>
              <a:gs pos="65000">
                <a:schemeClr val="accent4">
                  <a:lumMod val="50000"/>
                  <a:alpha val="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D28BDD-509C-1D92-D003-9C8B1DAEC620}"/>
              </a:ext>
            </a:extLst>
          </p:cNvPr>
          <p:cNvSpPr/>
          <p:nvPr/>
        </p:nvSpPr>
        <p:spPr>
          <a:xfrm flipH="1" flipV="1">
            <a:off x="2764971" y="4219356"/>
            <a:ext cx="9427029" cy="2638644"/>
          </a:xfrm>
          <a:prstGeom prst="rect">
            <a:avLst/>
          </a:prstGeom>
          <a:gradFill flip="none" rotWithShape="1">
            <a:gsLst>
              <a:gs pos="0">
                <a:schemeClr val="accent3"/>
              </a:gs>
              <a:gs pos="52000">
                <a:schemeClr val="bg2">
                  <a:alpha val="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6BBCE4-74E2-A371-85F6-5E780BA94CAA}"/>
              </a:ext>
            </a:extLst>
          </p:cNvPr>
          <p:cNvSpPr/>
          <p:nvPr/>
        </p:nvSpPr>
        <p:spPr>
          <a:xfrm flipV="1">
            <a:off x="1524" y="1858018"/>
            <a:ext cx="12188952" cy="4999982"/>
          </a:xfrm>
          <a:prstGeom prst="rect">
            <a:avLst/>
          </a:prstGeom>
          <a:gradFill>
            <a:gsLst>
              <a:gs pos="28000">
                <a:schemeClr val="bg2"/>
              </a:gs>
              <a:gs pos="56000">
                <a:schemeClr val="bg2"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E400EE4-4D39-7F3B-C68E-A9F042877A92}"/>
              </a:ext>
            </a:extLst>
          </p:cNvPr>
          <p:cNvCxnSpPr>
            <a:cxnSpLocks/>
          </p:cNvCxnSpPr>
          <p:nvPr/>
        </p:nvCxnSpPr>
        <p:spPr>
          <a:xfrm flipH="1">
            <a:off x="394716" y="486815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0">
            <a:extLst>
              <a:ext uri="{FF2B5EF4-FFF2-40B4-BE49-F238E27FC236}">
                <a16:creationId xmlns:a16="http://schemas.microsoft.com/office/drawing/2014/main" id="{2548AAB2-8D73-965E-CC0B-7865E812C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1" y="5056104"/>
            <a:ext cx="5320284" cy="1322290"/>
          </a:xfrm>
        </p:spPr>
        <p:txBody>
          <a:bodyPr anchor="t"/>
          <a:lstStyle>
            <a:lvl1pPr algn="r">
              <a:lnSpc>
                <a:spcPct val="120000"/>
              </a:lnSpc>
              <a:spcBef>
                <a:spcPts val="1000"/>
              </a:spcBef>
              <a:defRPr sz="20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59F1889-15CA-49B5-957D-AFEE32125C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4/26/2026</a:t>
            </a:fld>
            <a:endParaRPr lang="en-US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08B8EC79-A8CC-7A55-D80D-9F557250E75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20317C40-C1F7-2A61-6EFC-9DBC558744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D9D57452-6086-AD7E-BB02-6CEEDA95825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965289"/>
            <a:ext cx="11087974" cy="3423256"/>
          </a:xfrm>
        </p:spPr>
        <p:txBody>
          <a:bodyPr anchor="t"/>
          <a:lstStyle>
            <a:lvl1pPr>
              <a:lnSpc>
                <a:spcPct val="85000"/>
              </a:lnSpc>
              <a:defRPr sz="24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84099132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Lar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1D28BDD-509C-1D92-D003-9C8B1DAEC620}"/>
              </a:ext>
            </a:extLst>
          </p:cNvPr>
          <p:cNvSpPr/>
          <p:nvPr/>
        </p:nvSpPr>
        <p:spPr>
          <a:xfrm flipH="1" flipV="1">
            <a:off x="-1" y="2200164"/>
            <a:ext cx="12192000" cy="4657836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789B03-A237-8E25-DB32-95E92EBCC3A2}"/>
              </a:ext>
            </a:extLst>
          </p:cNvPr>
          <p:cNvSpPr/>
          <p:nvPr/>
        </p:nvSpPr>
        <p:spPr>
          <a:xfrm rot="10800000" flipH="1" flipV="1">
            <a:off x="5325644" y="726090"/>
            <a:ext cx="6866356" cy="6131909"/>
          </a:xfrm>
          <a:prstGeom prst="rect">
            <a:avLst/>
          </a:prstGeom>
          <a:gradFill flip="none" rotWithShape="1">
            <a:gsLst>
              <a:gs pos="20000">
                <a:schemeClr val="accent3">
                  <a:lumMod val="60000"/>
                  <a:lumOff val="40000"/>
                  <a:alpha val="67000"/>
                </a:schemeClr>
              </a:gs>
              <a:gs pos="5000">
                <a:schemeClr val="tx2">
                  <a:alpha val="94000"/>
                </a:schemeClr>
              </a:gs>
              <a:gs pos="70000">
                <a:schemeClr val="bg2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B651B9B-74D4-3A3F-E369-214B13D8B83C}"/>
              </a:ext>
            </a:extLst>
          </p:cNvPr>
          <p:cNvSpPr/>
          <p:nvPr/>
        </p:nvSpPr>
        <p:spPr>
          <a:xfrm rot="16200000" flipV="1">
            <a:off x="6683189" y="1349189"/>
            <a:ext cx="6858000" cy="415962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63000">
                <a:schemeClr val="bg2">
                  <a:alpha val="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E400EE4-4D39-7F3B-C68E-A9F042877A92}"/>
              </a:ext>
            </a:extLst>
          </p:cNvPr>
          <p:cNvCxnSpPr>
            <a:cxnSpLocks/>
          </p:cNvCxnSpPr>
          <p:nvPr/>
        </p:nvCxnSpPr>
        <p:spPr>
          <a:xfrm flipH="1">
            <a:off x="394716" y="487636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0">
            <a:extLst>
              <a:ext uri="{FF2B5EF4-FFF2-40B4-BE49-F238E27FC236}">
                <a16:creationId xmlns:a16="http://schemas.microsoft.com/office/drawing/2014/main" id="{6E27F960-EB1F-031C-F95C-2380BB06B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949" y="5125006"/>
            <a:ext cx="8420100" cy="728222"/>
          </a:xfrm>
        </p:spPr>
        <p:txBody>
          <a:bodyPr anchor="ctr"/>
          <a:lstStyle>
            <a:lvl1pPr algn="ctr">
              <a:lnSpc>
                <a:spcPct val="120000"/>
              </a:lnSpc>
              <a:spcBef>
                <a:spcPts val="1000"/>
              </a:spcBef>
              <a:defRPr sz="20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A34236BC-4366-0C69-F209-C904D38401F8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723900" y="726090"/>
            <a:ext cx="10744200" cy="3860382"/>
          </a:xfrm>
        </p:spPr>
        <p:txBody>
          <a:bodyPr anchor="b"/>
          <a:lstStyle>
            <a:lvl1pPr algn="ctr">
              <a:lnSpc>
                <a:spcPct val="85000"/>
              </a:lnSpc>
              <a:defRPr sz="255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17591FD-2E75-A22D-FBA7-02D7E815F645}"/>
              </a:ext>
            </a:extLst>
          </p:cNvPr>
          <p:cNvCxnSpPr>
            <a:cxnSpLocks/>
          </p:cNvCxnSpPr>
          <p:nvPr/>
        </p:nvCxnSpPr>
        <p:spPr>
          <a:xfrm flipH="1">
            <a:off x="394716" y="6091872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38FB55F3-AB08-16DF-AAC9-DD747B27C4E2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01752" y="6286290"/>
            <a:ext cx="1759288" cy="365760"/>
          </a:xfrm>
        </p:spPr>
        <p:txBody>
          <a:bodyPr/>
          <a:lstStyle/>
          <a:p>
            <a:fld id="{7DA2CEDE-2AB4-4FB8-9551-E0AA4222B1A3}" type="datetime1">
              <a:rPr lang="en-US" smtClean="0"/>
              <a:t>4/26/2026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E16155A7-4EE1-631B-DE09-AD84BEA5F71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622485" y="6286290"/>
            <a:ext cx="2509284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5711E54C-F006-9166-CC7B-F217541169A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00323" y="6286290"/>
            <a:ext cx="605475" cy="365760"/>
          </a:xfrm>
        </p:spPr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67985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E0CC3F-E257-4F6E-9E6A-B96D887699EC}" type="datetime1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5494267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2CF1CF0-C3ED-5EA1-C726-EBAC66FC459E}"/>
              </a:ext>
            </a:extLst>
          </p:cNvPr>
          <p:cNvGrpSpPr/>
          <p:nvPr/>
        </p:nvGrpSpPr>
        <p:grpSpPr>
          <a:xfrm rot="10800000">
            <a:off x="1" y="0"/>
            <a:ext cx="12190476" cy="6858000"/>
            <a:chOff x="-9781" y="3912"/>
            <a:chExt cx="12211365" cy="6858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9BA6A3A-21BC-BCE6-BC2B-B42FA75A49EF}"/>
                </a:ext>
              </a:extLst>
            </p:cNvPr>
            <p:cNvSpPr/>
            <p:nvPr/>
          </p:nvSpPr>
          <p:spPr>
            <a:xfrm>
              <a:off x="-9780" y="3912"/>
              <a:ext cx="12209838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FB24053-097C-6D55-5E0C-0603408E5C88}"/>
                </a:ext>
              </a:extLst>
            </p:cNvPr>
            <p:cNvSpPr/>
            <p:nvPr/>
          </p:nvSpPr>
          <p:spPr>
            <a:xfrm rot="5400000" flipH="1">
              <a:off x="2666140" y="-2672008"/>
              <a:ext cx="6857996" cy="12209838"/>
            </a:xfrm>
            <a:prstGeom prst="rect">
              <a:avLst/>
            </a:prstGeom>
            <a:gradFill>
              <a:gsLst>
                <a:gs pos="0">
                  <a:schemeClr val="accent3">
                    <a:lumMod val="60000"/>
                    <a:lumOff val="40000"/>
                  </a:schemeClr>
                </a:gs>
                <a:gs pos="65000">
                  <a:schemeClr val="accent1">
                    <a:lumMod val="75000"/>
                    <a:alpha val="0"/>
                  </a:schemeClr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7536FF5-9154-5325-5E33-F0EC96653800}"/>
                </a:ext>
              </a:extLst>
            </p:cNvPr>
            <p:cNvSpPr/>
            <p:nvPr/>
          </p:nvSpPr>
          <p:spPr>
            <a:xfrm rot="16200000" flipH="1">
              <a:off x="2666139" y="-2672007"/>
              <a:ext cx="6858000" cy="12209838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75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21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BFC185B-E462-A41C-3F22-C8625064206D}"/>
                </a:ext>
              </a:extLst>
            </p:cNvPr>
            <p:cNvSpPr/>
            <p:nvPr/>
          </p:nvSpPr>
          <p:spPr>
            <a:xfrm rot="5400000">
              <a:off x="4173989" y="-1164157"/>
              <a:ext cx="3842298" cy="12209838"/>
            </a:xfrm>
            <a:prstGeom prst="rect">
              <a:avLst/>
            </a:prstGeom>
            <a:gradFill>
              <a:gsLst>
                <a:gs pos="0">
                  <a:schemeClr val="accent6"/>
                </a:gs>
                <a:gs pos="48000">
                  <a:schemeClr val="accent1">
                    <a:lumMod val="50000"/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49986CB-27CC-E8D1-6341-4F461EB28D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>
              <a:off x="5681150" y="3912"/>
              <a:ext cx="6520434" cy="6858000"/>
            </a:xfrm>
            <a:prstGeom prst="rect">
              <a:avLst/>
            </a:prstGeom>
            <a:gradFill flip="none" rotWithShape="1">
              <a:gsLst>
                <a:gs pos="8000">
                  <a:schemeClr val="bg2"/>
                </a:gs>
                <a:gs pos="71000">
                  <a:schemeClr val="accent6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BFD9073-9E84-4C56-B5C8-FA6026186803}" type="datetime1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926628"/>
            <a:ext cx="8420099" cy="32299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5400" b="0">
                <a:solidFill>
                  <a:schemeClr val="tx1"/>
                </a:solidFill>
              </a:defRPr>
            </a:lvl1pPr>
            <a:lvl2pPr marL="228600" indent="0" algn="ctr">
              <a:lnSpc>
                <a:spcPct val="100000"/>
              </a:lnSpc>
              <a:buNone/>
              <a:defRPr sz="4800" b="0">
                <a:solidFill>
                  <a:schemeClr val="tx1"/>
                </a:solidFill>
              </a:defRPr>
            </a:lvl2pPr>
            <a:lvl3pPr marL="457200" indent="0" algn="ctr">
              <a:lnSpc>
                <a:spcPct val="100000"/>
              </a:lnSpc>
              <a:buNone/>
              <a:defRPr sz="4400" b="0">
                <a:solidFill>
                  <a:schemeClr val="tx1"/>
                </a:solidFill>
              </a:defRPr>
            </a:lvl3pPr>
            <a:lvl4pPr marL="685800" indent="0" algn="ctr">
              <a:lnSpc>
                <a:spcPct val="100000"/>
              </a:lnSpc>
              <a:buNone/>
              <a:defRPr sz="4000" b="0">
                <a:solidFill>
                  <a:schemeClr val="tx1"/>
                </a:solidFill>
              </a:defRPr>
            </a:lvl4pPr>
            <a:lvl5pPr marL="914400" indent="0" algn="ctr">
              <a:lnSpc>
                <a:spcPct val="100000"/>
              </a:lnSpc>
              <a:buNone/>
              <a:defRPr sz="36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788033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FC5C2AD-3C50-C089-D649-A6D2273BB610}"/>
              </a:ext>
            </a:extLst>
          </p:cNvPr>
          <p:cNvSpPr/>
          <p:nvPr/>
        </p:nvSpPr>
        <p:spPr>
          <a:xfrm rot="16200000" flipH="1">
            <a:off x="5328160" y="-27729"/>
            <a:ext cx="1537858" cy="12189821"/>
          </a:xfrm>
          <a:prstGeom prst="rect">
            <a:avLst/>
          </a:prstGeom>
          <a:gradFill>
            <a:gsLst>
              <a:gs pos="38000">
                <a:schemeClr val="accent1">
                  <a:lumMod val="75000"/>
                  <a:alpha val="0"/>
                </a:schemeClr>
              </a:gs>
              <a:gs pos="96000">
                <a:schemeClr val="accent3">
                  <a:lumMod val="60000"/>
                  <a:lumOff val="40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D71008-F1A2-4E65-9AFD-4970D8007661}" type="datetime1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6061286-C2FC-AEA2-F983-2178EAD2A63F}"/>
              </a:ext>
            </a:extLst>
          </p:cNvPr>
          <p:cNvSpPr/>
          <p:nvPr/>
        </p:nvSpPr>
        <p:spPr>
          <a:xfrm flipH="1" flipV="1">
            <a:off x="-3" y="2058528"/>
            <a:ext cx="8585201" cy="4799472"/>
          </a:xfrm>
          <a:prstGeom prst="rect">
            <a:avLst/>
          </a:prstGeom>
          <a:gradFill flip="none" rotWithShape="1">
            <a:gsLst>
              <a:gs pos="69000">
                <a:schemeClr val="accent1">
                  <a:alpha val="0"/>
                </a:schemeClr>
              </a:gs>
              <a:gs pos="30000">
                <a:schemeClr val="accent3">
                  <a:lumMod val="60000"/>
                  <a:lumOff val="40000"/>
                  <a:alpha val="47000"/>
                </a:schemeClr>
              </a:gs>
              <a:gs pos="0">
                <a:schemeClr val="tx1">
                  <a:alpha val="88000"/>
                </a:schemeClr>
              </a:gs>
              <a:gs pos="100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C601D0-F929-5C7E-ABB1-EDAE306F5314}"/>
              </a:ext>
            </a:extLst>
          </p:cNvPr>
          <p:cNvSpPr/>
          <p:nvPr/>
        </p:nvSpPr>
        <p:spPr>
          <a:xfrm>
            <a:off x="0" y="5298252"/>
            <a:ext cx="11044517" cy="1559747"/>
          </a:xfrm>
          <a:prstGeom prst="rect">
            <a:avLst/>
          </a:prstGeom>
          <a:gradFill>
            <a:gsLst>
              <a:gs pos="36000">
                <a:schemeClr val="accent6">
                  <a:alpha val="0"/>
                </a:schemeClr>
              </a:gs>
              <a:gs pos="91000">
                <a:schemeClr val="bg2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F0725A-63D2-3C07-3E64-787784EF748D}"/>
              </a:ext>
            </a:extLst>
          </p:cNvPr>
          <p:cNvSpPr/>
          <p:nvPr/>
        </p:nvSpPr>
        <p:spPr>
          <a:xfrm>
            <a:off x="-1" y="1719695"/>
            <a:ext cx="12189822" cy="357855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74320" y="952500"/>
            <a:ext cx="9296400" cy="3578557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4400" b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3200" b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3200" b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32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2462856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49986CB-27CC-E8D1-6341-4F461EB28D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8055" y="3"/>
            <a:ext cx="5597866" cy="6857997"/>
          </a:xfrm>
          <a:prstGeom prst="rect">
            <a:avLst/>
          </a:prstGeom>
          <a:gradFill flip="none" rotWithShape="1">
            <a:gsLst>
              <a:gs pos="1149">
                <a:schemeClr val="bg2">
                  <a:alpha val="0"/>
                </a:schemeClr>
              </a:gs>
              <a:gs pos="31000">
                <a:schemeClr val="bg2"/>
              </a:gs>
              <a:gs pos="78000">
                <a:schemeClr val="accent6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B24053-097C-6D55-5E0C-0603408E5C88}"/>
              </a:ext>
            </a:extLst>
          </p:cNvPr>
          <p:cNvSpPr/>
          <p:nvPr userDrawn="1"/>
        </p:nvSpPr>
        <p:spPr>
          <a:xfrm rot="16200000" flipH="1">
            <a:off x="-801968" y="801971"/>
            <a:ext cx="6647886" cy="5043946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</a:schemeClr>
              </a:gs>
              <a:gs pos="64000">
                <a:schemeClr val="accent1">
                  <a:lumMod val="75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5CFC7E7-57B7-4617-A947-41F006E88028}" type="datetime1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212080" y="210114"/>
            <a:ext cx="2509284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000478-6B9C-F9F2-C4B5-C9452F94C79C}"/>
              </a:ext>
            </a:extLst>
          </p:cNvPr>
          <p:cNvSpPr/>
          <p:nvPr userDrawn="1"/>
        </p:nvSpPr>
        <p:spPr>
          <a:xfrm rot="5400000" flipH="1">
            <a:off x="-433217" y="436937"/>
            <a:ext cx="6838297" cy="6003826"/>
          </a:xfrm>
          <a:prstGeom prst="rect">
            <a:avLst/>
          </a:prstGeom>
          <a:gradFill flip="none" rotWithShape="1">
            <a:gsLst>
              <a:gs pos="23000">
                <a:schemeClr val="bg2"/>
              </a:gs>
              <a:gs pos="55000">
                <a:schemeClr val="bg2">
                  <a:alpha val="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7536FF5-9154-5325-5E33-F0EC96653800}"/>
              </a:ext>
            </a:extLst>
          </p:cNvPr>
          <p:cNvSpPr/>
          <p:nvPr userDrawn="1"/>
        </p:nvSpPr>
        <p:spPr>
          <a:xfrm rot="5400000" flipH="1">
            <a:off x="3491683" y="1418303"/>
            <a:ext cx="1932033" cy="8947354"/>
          </a:xfrm>
          <a:prstGeom prst="rect">
            <a:avLst/>
          </a:prstGeom>
          <a:gradFill flip="none" rotWithShape="1">
            <a:gsLst>
              <a:gs pos="0">
                <a:schemeClr val="accent4"/>
              </a:gs>
              <a:gs pos="53000">
                <a:schemeClr val="bg2">
                  <a:alpha val="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9EC4EF12-D46B-1903-6274-05152A8CAB65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212080" y="762000"/>
            <a:ext cx="5717459" cy="533400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800"/>
            </a:lvl1pPr>
            <a:lvl2pPr>
              <a:lnSpc>
                <a:spcPct val="100000"/>
              </a:lnSpc>
              <a:defRPr sz="4400"/>
            </a:lvl2pPr>
            <a:lvl3pPr>
              <a:lnSpc>
                <a:spcPct val="100000"/>
              </a:lnSpc>
              <a:defRPr sz="4000"/>
            </a:lvl3pPr>
            <a:lvl4pPr>
              <a:lnSpc>
                <a:spcPct val="100000"/>
              </a:lnSpc>
              <a:defRPr sz="3600"/>
            </a:lvl4pPr>
            <a:lvl5pPr>
              <a:lnSpc>
                <a:spcPct val="100000"/>
              </a:lnSpc>
              <a:defRPr sz="32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6267140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0BDAA3E-BE52-42BC-99E8-CCCB81A57ABD}" type="datetime1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 userDrawn="1"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501327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35383F-36EC-D5B0-180D-4D5F853027D1}"/>
              </a:ext>
            </a:extLst>
          </p:cNvPr>
          <p:cNvSpPr/>
          <p:nvPr/>
        </p:nvSpPr>
        <p:spPr>
          <a:xfrm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10000">
                <a:schemeClr val="accent3">
                  <a:lumMod val="60000"/>
                  <a:lumOff val="40000"/>
                  <a:alpha val="75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B5E5C4-3819-D8FF-73C4-648E36786FBE}"/>
              </a:ext>
            </a:extLst>
          </p:cNvPr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gradFill>
            <a:gsLst>
              <a:gs pos="27000">
                <a:schemeClr val="accent2"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FEFB336-7C01-1B2B-DE9C-135CE71E2AF4}"/>
              </a:ext>
            </a:extLst>
          </p:cNvPr>
          <p:cNvSpPr/>
          <p:nvPr/>
        </p:nvSpPr>
        <p:spPr>
          <a:xfrm rot="10800000" flipH="1">
            <a:off x="3048" y="1"/>
            <a:ext cx="12188952" cy="5601805"/>
          </a:xfrm>
          <a:prstGeom prst="rect">
            <a:avLst/>
          </a:prstGeom>
          <a:gradFill flip="none" rotWithShape="1">
            <a:gsLst>
              <a:gs pos="56000">
                <a:schemeClr val="accent1">
                  <a:alpha val="0"/>
                </a:schemeClr>
              </a:gs>
              <a:gs pos="89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75326" y="4967784"/>
            <a:ext cx="7241347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4A4A468-500F-41B2-B72F-78A325FCC0DA}" type="datetime1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475326" y="1405719"/>
            <a:ext cx="7241347" cy="3261814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9484912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12C5369-3140-EE0E-90D0-D10162CA9486}"/>
              </a:ext>
            </a:extLst>
          </p:cNvPr>
          <p:cNvSpPr/>
          <p:nvPr/>
        </p:nvSpPr>
        <p:spPr>
          <a:xfrm flipH="1">
            <a:off x="8215952" y="0"/>
            <a:ext cx="3976048" cy="6858000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100000">
                <a:schemeClr val="accent1">
                  <a:lumMod val="75000"/>
                  <a:alpha val="80000"/>
                </a:schemeClr>
              </a:gs>
            </a:gsLst>
            <a:lin ang="11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320" y="5336274"/>
            <a:ext cx="8607140" cy="683525"/>
          </a:xfrm>
        </p:spPr>
        <p:txBody>
          <a:bodyPr anchor="ctr">
            <a:normAutofit/>
          </a:bodyPr>
          <a:lstStyle>
            <a:lvl1pPr marL="137160" indent="-137160">
              <a:defRPr sz="1800"/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820F3D-C559-60AA-7FD0-657FB2431DB3}"/>
              </a:ext>
            </a:extLst>
          </p:cNvPr>
          <p:cNvSpPr/>
          <p:nvPr/>
        </p:nvSpPr>
        <p:spPr>
          <a:xfrm flipH="1">
            <a:off x="8215952" y="0"/>
            <a:ext cx="3976048" cy="6858000"/>
          </a:xfrm>
          <a:prstGeom prst="rect">
            <a:avLst/>
          </a:prstGeom>
          <a:gradFill>
            <a:gsLst>
              <a:gs pos="75000">
                <a:schemeClr val="bg2">
                  <a:alpha val="0"/>
                </a:schemeClr>
              </a:gs>
              <a:gs pos="96000">
                <a:schemeClr val="accent3">
                  <a:lumMod val="60000"/>
                  <a:lumOff val="40000"/>
                  <a:alpha val="65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3E200B1-3B6B-802E-E076-92826DD27EA2}"/>
              </a:ext>
            </a:extLst>
          </p:cNvPr>
          <p:cNvCxnSpPr>
            <a:cxnSpLocks/>
          </p:cNvCxnSpPr>
          <p:nvPr/>
        </p:nvCxnSpPr>
        <p:spPr>
          <a:xfrm flipH="1">
            <a:off x="394716" y="489532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CBAF11E-83FD-0A35-2B1B-893C4D55AE9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4/26/2026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C8F38B5-19FF-BF8F-54FC-894E66C4067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51EB385-BC70-148F-174E-479BEC0F52E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74320" y="1714500"/>
            <a:ext cx="8587285" cy="2625487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 b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4400" b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4000" b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3600" b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32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8357141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B1491A9-BF26-4517-AB22-6183D453A902}" type="datetime1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636206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A5024DF-23AF-419A-978A-28215FBF1E37}" type="datetime1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0800456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83230"/>
            <a:ext cx="9830017" cy="877376"/>
          </a:xfrm>
        </p:spPr>
        <p:txBody>
          <a:bodyPr anchor="t">
            <a:normAutofit/>
          </a:bodyPr>
          <a:lstStyle>
            <a:lvl1pPr>
              <a:defRPr sz="5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9CF24436-170D-487D-ADBB-C24D74D1C150}" type="datetime1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9261CB-4EFB-BCD1-842F-3895D3F35D6A}"/>
              </a:ext>
            </a:extLst>
          </p:cNvPr>
          <p:cNvSpPr/>
          <p:nvPr/>
        </p:nvSpPr>
        <p:spPr>
          <a:xfrm rot="10800000">
            <a:off x="0" y="2221515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/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1813EA-BFDF-185B-80F0-B1786A1A10E5}"/>
              </a:ext>
            </a:extLst>
          </p:cNvPr>
          <p:cNvSpPr/>
          <p:nvPr/>
        </p:nvSpPr>
        <p:spPr>
          <a:xfrm rot="16200000" flipH="1">
            <a:off x="7850483" y="-294964"/>
            <a:ext cx="1825034" cy="6858000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3"/>
              </a:gs>
            </a:gsLst>
            <a:lin ang="9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241964" y="3429000"/>
            <a:ext cx="8226135" cy="243471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  <a:lvl2pPr marL="228600" indent="0">
              <a:buNone/>
              <a:defRPr lang="en-US" sz="1200" dirty="0"/>
            </a:lvl2pPr>
            <a:lvl3pPr marL="457200" indent="0">
              <a:buNone/>
              <a:defRPr lang="en-US" sz="1100" dirty="0"/>
            </a:lvl3pPr>
            <a:lvl4pPr marL="685800" indent="0">
              <a:buNone/>
              <a:defRPr lang="en-US" sz="1050" dirty="0"/>
            </a:lvl4pPr>
            <a:lvl5pPr marL="914400" indent="0">
              <a:buNone/>
              <a:defRPr lang="en-US" sz="10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2978364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B01CFC0-D171-4F9D-A610-2F47C1080058}" type="datetime1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6931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4/26/2026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 userDrawn="1"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28553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42483-B3E3-4399-B6B2-4B1D067F8CE5}" type="datetime1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61876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6574F-2CAD-411B-9EF3-12D0DF2C09EB}" type="datetime1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00886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124712"/>
            <a:ext cx="3543299" cy="1627415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223AD-184F-4273-AC4F-854D3B259B85}" type="datetime1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12080" y="210114"/>
            <a:ext cx="2509284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01752" y="2857605"/>
            <a:ext cx="3543299" cy="3534229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0" y="1124712"/>
            <a:ext cx="6309360" cy="52197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C6F58E-0CCE-AAF7-6F0A-E0B0FFF62A10}"/>
              </a:ext>
            </a:extLst>
          </p:cNvPr>
          <p:cNvSpPr/>
          <p:nvPr/>
        </p:nvSpPr>
        <p:spPr>
          <a:xfrm>
            <a:off x="-3" y="5655733"/>
            <a:ext cx="12191999" cy="1202267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6634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124712"/>
            <a:ext cx="3546235" cy="153307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Date Placeholder 22">
            <a:extLst>
              <a:ext uri="{FF2B5EF4-FFF2-40B4-BE49-F238E27FC236}">
                <a16:creationId xmlns:a16="http://schemas.microsoft.com/office/drawing/2014/main" id="{8ACB14E1-4D3B-B55C-4791-64F774AC361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07E4E07-E412-47A0-AB1E-CAAABECD1A31}" type="datetime1">
              <a:rPr lang="en-US" smtClean="0"/>
              <a:t>4/26/2026</a:t>
            </a:fld>
            <a:endParaRPr lang="en-US"/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861F92C4-9651-789C-0B22-E6343EE25C7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212080" y="210114"/>
            <a:ext cx="2509284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E55DAD34-8521-F119-F985-ABFBDD34003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01752" y="2706914"/>
            <a:ext cx="3236976" cy="3553861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CCD178F-4127-FE67-2F5D-0F1CE788439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212080" y="1009816"/>
            <a:ext cx="6979920" cy="585657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4087105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theme" Target="../theme/theme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7DA2CEDE-2AB4-4FB8-9551-E0AA4222B1A3}" type="datetime1">
              <a:rPr lang="en-US" smtClean="0"/>
              <a:pPr/>
              <a:t>4/26/2026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99779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4" r:id="rId1"/>
    <p:sldLayoutId id="2147483838" r:id="rId2"/>
    <p:sldLayoutId id="2147483816" r:id="rId3"/>
    <p:sldLayoutId id="2147483817" r:id="rId4"/>
    <p:sldLayoutId id="2147483818" r:id="rId5"/>
    <p:sldLayoutId id="2147483819" r:id="rId6"/>
    <p:sldLayoutId id="2147483820" r:id="rId7"/>
    <p:sldLayoutId id="2147483821" r:id="rId8"/>
    <p:sldLayoutId id="2147483822" r:id="rId9"/>
    <p:sldLayoutId id="2147483823" r:id="rId10"/>
    <p:sldLayoutId id="2147483825" r:id="rId11"/>
    <p:sldLayoutId id="2147483826" r:id="rId12"/>
    <p:sldLayoutId id="2147483827" r:id="rId13"/>
    <p:sldLayoutId id="2147483828" r:id="rId14"/>
    <p:sldLayoutId id="2147483829" r:id="rId15"/>
    <p:sldLayoutId id="2147483830" r:id="rId16"/>
    <p:sldLayoutId id="2147483832" r:id="rId17"/>
    <p:sldLayoutId id="2147483833" r:id="rId18"/>
    <p:sldLayoutId id="2147483835" r:id="rId19"/>
    <p:sldLayoutId id="2147483836" r:id="rId20"/>
    <p:sldLayoutId id="2147483837" r:id="rId21"/>
    <p:sldLayoutId id="2147483839" r:id="rId22"/>
    <p:sldLayoutId id="2147483840" r:id="rId23"/>
    <p:sldLayoutId id="2147483841" r:id="rId24"/>
    <p:sldLayoutId id="2147483842" r:id="rId25"/>
    <p:sldLayoutId id="2147483844" r:id="rId26"/>
    <p:sldLayoutId id="2147483845" r:id="rId27"/>
    <p:sldLayoutId id="2147483846" r:id="rId28"/>
    <p:sldLayoutId id="2147483847" r:id="rId29"/>
    <p:sldLayoutId id="2147483848" r:id="rId30"/>
    <p:sldLayoutId id="2147483849" r:id="rId31"/>
    <p:sldLayoutId id="2147483850" r:id="rId32"/>
    <p:sldLayoutId id="2147483851" r:id="rId33"/>
    <p:sldLayoutId id="2147483852" r:id="rId34"/>
    <p:sldLayoutId id="2147483855" r:id="rId35"/>
    <p:sldLayoutId id="2147483856" r:id="rId36"/>
    <p:sldLayoutId id="2147483857" r:id="rId37"/>
    <p:sldLayoutId id="2147483858" r:id="rId38"/>
    <p:sldLayoutId id="2147483859" r:id="rId39"/>
    <p:sldLayoutId id="2147483861" r:id="rId40"/>
    <p:sldLayoutId id="2147483862" r:id="rId41"/>
    <p:sldLayoutId id="2147483863" r:id="rId42"/>
    <p:sldLayoutId id="2147483864" r:id="rId43"/>
    <p:sldLayoutId id="2147483865" r:id="rId44"/>
    <p:sldLayoutId id="2147483866" r:id="rId45"/>
    <p:sldLayoutId id="2147483867" r:id="rId46"/>
    <p:sldLayoutId id="2147483868" r:id="rId47"/>
    <p:sldLayoutId id="2147483870" r:id="rId48"/>
    <p:sldLayoutId id="2147483871" r:id="rId49"/>
    <p:sldLayoutId id="2147483872" r:id="rId50"/>
    <p:sldLayoutId id="2147483873" r:id="rId51"/>
    <p:sldLayoutId id="2147483874" r:id="rId52"/>
    <p:sldLayoutId id="2147483875" r:id="rId53"/>
    <p:sldLayoutId id="2147483876" r:id="rId54"/>
    <p:sldLayoutId id="2147483877" r:id="rId55"/>
    <p:sldLayoutId id="2147483878" r:id="rId56"/>
    <p:sldLayoutId id="2147483879" r:id="rId57"/>
    <p:sldLayoutId id="2147483880" r:id="rId58"/>
    <p:sldLayoutId id="2147483881" r:id="rId59"/>
    <p:sldLayoutId id="2147483882" r:id="rId60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 userDrawn="1">
          <p15:clr>
            <a:srgbClr val="F26B43"/>
          </p15:clr>
        </p15:guide>
        <p15:guide id="22" orient="horz" pos="2160" userDrawn="1">
          <p15:clr>
            <a:srgbClr val="F26B43"/>
          </p15:clr>
        </p15:guide>
        <p15:guide id="23" pos="4800" userDrawn="1">
          <p15:clr>
            <a:srgbClr val="F26B43"/>
          </p15:clr>
        </p15:guide>
        <p15:guide id="24" orient="horz" pos="480" userDrawn="1">
          <p15:clr>
            <a:srgbClr val="F26B43"/>
          </p15:clr>
        </p15:guide>
        <p15:guide id="25" orient="horz" pos="864" userDrawn="1">
          <p15:clr>
            <a:srgbClr val="F26B43"/>
          </p15:clr>
        </p15:guide>
        <p15:guide id="26" pos="7392" userDrawn="1">
          <p15:clr>
            <a:srgbClr val="F26B43"/>
          </p15:clr>
        </p15:guide>
        <p15:guide id="27" orient="horz" pos="3840" userDrawn="1">
          <p15:clr>
            <a:srgbClr val="F26B43"/>
          </p15:clr>
        </p15:guide>
        <p15:guide id="28" pos="240" userDrawn="1">
          <p15:clr>
            <a:srgbClr val="F26B43"/>
          </p15:clr>
        </p15:guide>
        <p15:guide id="29" pos="74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Thank_you_icon.jpg" TargetMode="Externa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3B79E83D-3861-04DB-55C4-E8A5AE9C806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47" y="-1"/>
            <a:ext cx="12175671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F602C14-387E-56A4-EE7D-CD69FC70A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2" y="5441"/>
            <a:ext cx="11410726" cy="6852557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Semantic Similarity Search </a:t>
            </a:r>
            <a:br>
              <a:rPr lang="en-US" dirty="0">
                <a:ea typeface="+mj-lt"/>
                <a:cs typeface="+mj-lt"/>
              </a:rPr>
            </a:br>
            <a:r>
              <a:rPr lang="en-US" dirty="0">
                <a:ea typeface="+mj-lt"/>
                <a:cs typeface="+mj-lt"/>
              </a:rPr>
              <a:t>in PostgreSQL Using </a:t>
            </a:r>
            <a:r>
              <a:rPr lang="en-US" dirty="0" err="1">
                <a:ea typeface="+mj-lt"/>
                <a:cs typeface="+mj-lt"/>
              </a:rPr>
              <a:t>pgvector</a:t>
            </a:r>
            <a:endParaRPr lang="en-US" dirty="0" err="1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79E76C-BD5C-5C0A-4719-29DD86BA92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00323" y="210114"/>
            <a:ext cx="605475" cy="365760"/>
          </a:xfrm>
        </p:spPr>
        <p:txBody>
          <a:bodyPr/>
          <a:lstStyle/>
          <a:p>
            <a:fld id="{5E0677F5-4A8A-4BF1-96BE-3BAE8FBAFE2E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672372-E644-AC29-A26E-269B178E624C}"/>
              </a:ext>
            </a:extLst>
          </p:cNvPr>
          <p:cNvSpPr txBox="1"/>
          <p:nvPr/>
        </p:nvSpPr>
        <p:spPr>
          <a:xfrm>
            <a:off x="473529" y="3015343"/>
            <a:ext cx="4558392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latin typeface="Consolas"/>
              </a:rPr>
              <a:t> YZV 322E – Applied Data Engineering</a:t>
            </a:r>
            <a:br>
              <a:rPr lang="en-US" sz="1600" dirty="0">
                <a:latin typeface="Consolas"/>
              </a:rPr>
            </a:br>
            <a:r>
              <a:rPr lang="en-US" sz="1600" dirty="0">
                <a:latin typeface="Consolas"/>
              </a:rPr>
              <a:t> İbrahim </a:t>
            </a:r>
            <a:r>
              <a:rPr lang="en-US" sz="1600" dirty="0" err="1">
                <a:latin typeface="Consolas"/>
              </a:rPr>
              <a:t>Bancar</a:t>
            </a:r>
            <a:r>
              <a:rPr lang="en-US" sz="1600" dirty="0">
                <a:latin typeface="Consolas"/>
              </a:rPr>
              <a:t> – 150220313</a:t>
            </a:r>
            <a:br>
              <a:rPr lang="en-US" sz="1600" dirty="0">
                <a:latin typeface="Consolas"/>
              </a:rPr>
            </a:br>
            <a:r>
              <a:rPr lang="en-US" sz="1600" dirty="0">
                <a:latin typeface="Consolas"/>
              </a:rPr>
              <a:t> April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116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E352A-15A9-4E60-9072-9EF511BC0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5B9ECA1A-B726-187D-5FF1-01A6D4522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745" y="-4585"/>
            <a:ext cx="12206742" cy="6845753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What Is </a:t>
            </a:r>
            <a:r>
              <a:rPr lang="en-US" dirty="0" err="1">
                <a:ea typeface="+mj-lt"/>
                <a:cs typeface="+mj-lt"/>
              </a:rPr>
              <a:t>pgvector</a:t>
            </a:r>
            <a:r>
              <a:rPr lang="en-US" dirty="0">
                <a:ea typeface="+mj-lt"/>
                <a:cs typeface="+mj-lt"/>
              </a:rPr>
              <a:t>?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2135AD-292E-E608-EFC2-83FC8FA40EA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00323" y="210114"/>
            <a:ext cx="605475" cy="365760"/>
          </a:xfrm>
        </p:spPr>
        <p:txBody>
          <a:bodyPr/>
          <a:lstStyle/>
          <a:p>
            <a:fld id="{5E0677F5-4A8A-4BF1-96BE-3BAE8FBAFE2E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B08726-14FD-E3FD-A223-9AD735CB31AF}"/>
              </a:ext>
            </a:extLst>
          </p:cNvPr>
          <p:cNvSpPr txBox="1"/>
          <p:nvPr/>
        </p:nvSpPr>
        <p:spPr>
          <a:xfrm>
            <a:off x="324347" y="1977537"/>
            <a:ext cx="645964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 err="1">
                <a:ea typeface="+mn-lt"/>
                <a:cs typeface="+mn-lt"/>
              </a:rPr>
              <a:t>pgvector</a:t>
            </a:r>
            <a:r>
              <a:rPr lang="en-US" b="1" dirty="0">
                <a:ea typeface="+mn-lt"/>
                <a:cs typeface="+mn-lt"/>
              </a:rPr>
              <a:t> is an open-source PostgreSQL extension that enables vector storage and similarity search inside PostgreSQL </a:t>
            </a:r>
            <a:endParaRPr lang="en-US" dirty="0"/>
          </a:p>
          <a:p>
            <a:pPr algn="l"/>
            <a:endParaRPr lang="en-US" dirty="0"/>
          </a:p>
        </p:txBody>
      </p:sp>
      <p:pic>
        <p:nvPicPr>
          <p:cNvPr id="6" name="Picture 5" descr="A blue elephant with white outline&#10;&#10;AI-generated content may be incorrect.">
            <a:extLst>
              <a:ext uri="{FF2B5EF4-FFF2-40B4-BE49-F238E27FC236}">
                <a16:creationId xmlns:a16="http://schemas.microsoft.com/office/drawing/2014/main" id="{AA40224C-DFF0-10E2-2CE4-1105327F5B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3161" y="850447"/>
            <a:ext cx="4932589" cy="280987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6466AC6-5114-486F-AF4D-3DFE6D77BFC0}"/>
              </a:ext>
            </a:extLst>
          </p:cNvPr>
          <p:cNvSpPr txBox="1"/>
          <p:nvPr/>
        </p:nvSpPr>
        <p:spPr>
          <a:xfrm>
            <a:off x="5184321" y="4259035"/>
            <a:ext cx="6721927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/>
              <a:t>Text / document -&gt; embedding vector -&gt; PostgreSQL + </a:t>
            </a:r>
            <a:r>
              <a:rPr lang="en-US" sz="1400" dirty="0" err="1"/>
              <a:t>pgvector</a:t>
            </a:r>
            <a:r>
              <a:rPr lang="en-US" sz="1400" dirty="0"/>
              <a:t> -&gt; nearest results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C5E318F-1451-BBB0-10D2-A83DFA4B2A9B}"/>
              </a:ext>
            </a:extLst>
          </p:cNvPr>
          <p:cNvSpPr txBox="1"/>
          <p:nvPr/>
        </p:nvSpPr>
        <p:spPr>
          <a:xfrm>
            <a:off x="578302" y="3429001"/>
            <a:ext cx="4095749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Adds a </a:t>
            </a:r>
            <a:r>
              <a:rPr lang="en-US">
                <a:latin typeface="Consolas"/>
              </a:rPr>
              <a:t>vector</a:t>
            </a:r>
            <a:r>
              <a:rPr lang="en-US">
                <a:ea typeface="+mn-lt"/>
                <a:cs typeface="+mn-lt"/>
              </a:rPr>
              <a:t> data type to PostgreSQL</a:t>
            </a:r>
            <a:endParaRPr lang="en-US"/>
          </a:p>
          <a:p>
            <a:pPr marL="285750" indent="-285750"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Supports exact and approximate nearest-neighbor search</a:t>
            </a:r>
          </a:p>
          <a:p>
            <a:pPr marL="285750" indent="-285750"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Lets developers keep vector search inside an existing PostgreSQL system</a:t>
            </a:r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/>
              <a:t>Released 2021</a:t>
            </a:r>
          </a:p>
          <a:p>
            <a:pPr marL="285750" indent="-285750">
              <a:buFont typeface="Arial"/>
              <a:buChar char="•"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9E6247-2E05-F062-4B81-4ECD57CE64B6}"/>
              </a:ext>
            </a:extLst>
          </p:cNvPr>
          <p:cNvSpPr txBox="1"/>
          <p:nvPr/>
        </p:nvSpPr>
        <p:spPr>
          <a:xfrm>
            <a:off x="5513867" y="5595763"/>
            <a:ext cx="520366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,Sans-Serif"/>
              <a:buChar char="•"/>
            </a:pPr>
            <a:r>
              <a:rPr lang="en-US" sz="2000"/>
              <a:t>Maintainer</a:t>
            </a:r>
            <a:r>
              <a:rPr lang="en-US"/>
              <a:t>: Andrew Kane</a:t>
            </a:r>
          </a:p>
          <a:p>
            <a:pPr marL="285750" indent="-285750">
              <a:buFont typeface="Arial,Sans-Serif"/>
              <a:buChar char="•"/>
            </a:pPr>
            <a:r>
              <a:rPr lang="en-US" sz="2000" b="1"/>
              <a:t>License</a:t>
            </a:r>
            <a:r>
              <a:rPr lang="en-US" b="1"/>
              <a:t>:</a:t>
            </a:r>
            <a:r>
              <a:rPr lang="en-US"/>
              <a:t> PostgreSQL License</a:t>
            </a:r>
          </a:p>
        </p:txBody>
      </p:sp>
    </p:spTree>
    <p:extLst>
      <p:ext uri="{BB962C8B-B14F-4D97-AF65-F5344CB8AC3E}">
        <p14:creationId xmlns:p14="http://schemas.microsoft.com/office/powerpoint/2010/main" val="2922784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EEEC9-B979-F3E3-3268-0CC7881B2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CEDB037-CC3E-EAB8-77DD-37A64026F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745" y="9022"/>
            <a:ext cx="12206742" cy="6845753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What Problem Does </a:t>
            </a:r>
            <a:r>
              <a:rPr lang="en-US" dirty="0" err="1">
                <a:ea typeface="+mj-lt"/>
                <a:cs typeface="+mj-lt"/>
              </a:rPr>
              <a:t>pgvector</a:t>
            </a:r>
            <a:r>
              <a:rPr lang="en-US" dirty="0">
                <a:ea typeface="+mj-lt"/>
                <a:cs typeface="+mj-lt"/>
              </a:rPr>
              <a:t> Solve?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E38DEB-43F7-391F-3D17-5B62C5F2E0F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00323" y="210114"/>
            <a:ext cx="605475" cy="365760"/>
          </a:xfrm>
        </p:spPr>
        <p:txBody>
          <a:bodyPr/>
          <a:lstStyle/>
          <a:p>
            <a:fld id="{5E0677F5-4A8A-4BF1-96BE-3BAE8FBAFE2E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4E2260-8E64-B022-6AA1-09975649CF92}"/>
              </a:ext>
            </a:extLst>
          </p:cNvPr>
          <p:cNvSpPr txBox="1"/>
          <p:nvPr/>
        </p:nvSpPr>
        <p:spPr>
          <a:xfrm>
            <a:off x="619123" y="1850572"/>
            <a:ext cx="4095749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SQL is strong for exact matching</a:t>
            </a:r>
            <a:endParaRPr lang="en-US"/>
          </a:p>
          <a:p>
            <a:pPr marL="285750" indent="-285750"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It is weak for meaning-based search</a:t>
            </a:r>
          </a:p>
          <a:p>
            <a:pPr marL="285750" indent="-285750"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dirty="0" err="1">
                <a:ea typeface="+mn-lt"/>
                <a:cs typeface="+mn-lt"/>
              </a:rPr>
              <a:t>pgvector</a:t>
            </a:r>
            <a:r>
              <a:rPr lang="en-US" dirty="0">
                <a:ea typeface="+mn-lt"/>
                <a:cs typeface="+mn-lt"/>
              </a:rPr>
              <a:t> enables semantic similarity search</a:t>
            </a:r>
          </a:p>
        </p:txBody>
      </p:sp>
      <p:pic>
        <p:nvPicPr>
          <p:cNvPr id="19" name="Picture 18" descr="A diagram of a filter&#10;&#10;AI-generated content may be incorrect.">
            <a:extLst>
              <a:ext uri="{FF2B5EF4-FFF2-40B4-BE49-F238E27FC236}">
                <a16:creationId xmlns:a16="http://schemas.microsoft.com/office/drawing/2014/main" id="{F8735BE4-ADFF-8777-A5D2-CA2B1519B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633" y="3848991"/>
            <a:ext cx="8644618" cy="2465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422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9D477-0A0C-791A-AA1C-864F2207B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4461A1C1-95D1-D5B5-C5DD-EB5359565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745" y="9022"/>
            <a:ext cx="12206742" cy="6845753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Comparison with Alternatives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69249A-C9BD-6E44-2342-DA1C659BCF0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00323" y="210114"/>
            <a:ext cx="605475" cy="365760"/>
          </a:xfrm>
        </p:spPr>
        <p:txBody>
          <a:bodyPr/>
          <a:lstStyle/>
          <a:p>
            <a:fld id="{5E0677F5-4A8A-4BF1-96BE-3BAE8FBAFE2E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084823-1846-50DF-8D30-2F5E8BED4F0D}"/>
              </a:ext>
            </a:extLst>
          </p:cNvPr>
          <p:cNvSpPr txBox="1"/>
          <p:nvPr/>
        </p:nvSpPr>
        <p:spPr>
          <a:xfrm>
            <a:off x="401408" y="2835729"/>
            <a:ext cx="6006191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Separate vector DBs add extra infrastructure </a:t>
            </a:r>
          </a:p>
          <a:p>
            <a:pPr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Plain PostgreSQL lacks native vector search </a:t>
            </a:r>
            <a:endParaRPr lang="en-US"/>
          </a:p>
          <a:p>
            <a:pPr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dirty="0" err="1">
                <a:ea typeface="+mn-lt"/>
                <a:cs typeface="+mn-lt"/>
              </a:rPr>
              <a:t>pgvector</a:t>
            </a:r>
            <a:r>
              <a:rPr lang="en-US" dirty="0">
                <a:ea typeface="+mn-lt"/>
                <a:cs typeface="+mn-lt"/>
              </a:rPr>
              <a:t> keeps everything inside PostgreSQL </a:t>
            </a:r>
          </a:p>
          <a:p>
            <a:pPr>
              <a:buFont typeface="Arial"/>
              <a:buChar char="•"/>
            </a:pPr>
            <a:endParaRPr lang="en-US" dirty="0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Easy to combine with SQL, filters, and joins</a:t>
            </a:r>
            <a:endParaRPr lang="en-US"/>
          </a:p>
          <a:p>
            <a:pPr marL="285750" indent="-285750"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325F2D-0E02-EF5C-E125-FD4C67377F15}"/>
              </a:ext>
            </a:extLst>
          </p:cNvPr>
          <p:cNvSpPr txBox="1"/>
          <p:nvPr/>
        </p:nvSpPr>
        <p:spPr>
          <a:xfrm>
            <a:off x="296635" y="1714500"/>
            <a:ext cx="824864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Why use </a:t>
            </a:r>
            <a:r>
              <a:rPr lang="en-US" dirty="0" err="1">
                <a:ea typeface="+mn-lt"/>
                <a:cs typeface="+mn-lt"/>
              </a:rPr>
              <a:t>pgvector</a:t>
            </a:r>
            <a:r>
              <a:rPr lang="en-US" dirty="0">
                <a:ea typeface="+mn-lt"/>
                <a:cs typeface="+mn-lt"/>
              </a:rPr>
              <a:t> over a separate vector DB or plain PostgreSQL?</a:t>
            </a:r>
          </a:p>
        </p:txBody>
      </p:sp>
      <p:pic>
        <p:nvPicPr>
          <p:cNvPr id="3" name="Picture 2" descr="A screenshot of a screen&#10;&#10;AI-generated content may be incorrect.">
            <a:extLst>
              <a:ext uri="{FF2B5EF4-FFF2-40B4-BE49-F238E27FC236}">
                <a16:creationId xmlns:a16="http://schemas.microsoft.com/office/drawing/2014/main" id="{B13C0937-09C8-F257-0920-FA4E162A94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3686" y="2084613"/>
            <a:ext cx="4430486" cy="4414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311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5CFB3-588B-E347-80FC-8194456D9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052C91B5-32E8-B865-0392-E3F70E670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745" y="9022"/>
            <a:ext cx="12206742" cy="6845753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Why It Fits Applied Data Engineering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D01E17-6E75-A3A6-C81F-85A794D6FAB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00323" y="210114"/>
            <a:ext cx="605475" cy="365760"/>
          </a:xfrm>
        </p:spPr>
        <p:txBody>
          <a:bodyPr/>
          <a:lstStyle/>
          <a:p>
            <a:fld id="{5E0677F5-4A8A-4BF1-96BE-3BAE8FBAFE2E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179E9D-D39C-90D7-E2A0-AA47C95063CD}"/>
              </a:ext>
            </a:extLst>
          </p:cNvPr>
          <p:cNvSpPr txBox="1"/>
          <p:nvPr/>
        </p:nvSpPr>
        <p:spPr>
          <a:xfrm>
            <a:off x="390522" y="1866900"/>
            <a:ext cx="6006191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Uses a real production-style database </a:t>
            </a:r>
          </a:p>
          <a:p>
            <a:pPr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Combines Docker, SQL, and Python </a:t>
            </a:r>
          </a:p>
          <a:p>
            <a:pPr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Shows indexing and query workflow </a:t>
            </a:r>
          </a:p>
          <a:p>
            <a:pPr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Demonstrates reproducible engineering </a:t>
            </a:r>
          </a:p>
          <a:p>
            <a:pPr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Connects databases with AI-style retrieval</a:t>
            </a:r>
          </a:p>
          <a:p>
            <a:pPr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</p:txBody>
      </p:sp>
      <p:pic>
        <p:nvPicPr>
          <p:cNvPr id="4" name="Picture 3" descr="A group of logos with text&#10;&#10;AI-generated content may be incorrect.">
            <a:extLst>
              <a:ext uri="{FF2B5EF4-FFF2-40B4-BE49-F238E27FC236}">
                <a16:creationId xmlns:a16="http://schemas.microsoft.com/office/drawing/2014/main" id="{C527B595-DEEE-98F0-A844-D6F39FB81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4385" y="2862943"/>
            <a:ext cx="7037614" cy="3989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124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F1E9C-0C64-5EED-FE1F-D6431FB12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C486DE56-B278-8589-2C8D-E5C571EDF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7189" y="-18193"/>
            <a:ext cx="12190414" cy="6802210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Demo Setup and Workflow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FA1A0E-14AB-891A-274D-0B49A1ED0B6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00323" y="210114"/>
            <a:ext cx="605475" cy="365760"/>
          </a:xfrm>
        </p:spPr>
        <p:txBody>
          <a:bodyPr/>
          <a:lstStyle/>
          <a:p>
            <a:fld id="{5E0677F5-4A8A-4BF1-96BE-3BAE8FBAFE2E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855449-72EB-96BF-6CE7-D8BE55F8B426}"/>
              </a:ext>
            </a:extLst>
          </p:cNvPr>
          <p:cNvSpPr txBox="1"/>
          <p:nvPr/>
        </p:nvSpPr>
        <p:spPr>
          <a:xfrm>
            <a:off x="205466" y="1714501"/>
            <a:ext cx="4052206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Docker runs PostgreSQL with </a:t>
            </a:r>
            <a:r>
              <a:rPr lang="en-US" dirty="0" err="1">
                <a:ea typeface="+mn-lt"/>
                <a:cs typeface="+mn-lt"/>
              </a:rPr>
              <a:t>pgvector</a:t>
            </a:r>
            <a:r>
              <a:rPr lang="en-US" dirty="0">
                <a:ea typeface="+mn-lt"/>
                <a:cs typeface="+mn-lt"/>
              </a:rPr>
              <a:t> </a:t>
            </a:r>
          </a:p>
          <a:p>
            <a:pPr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SQL scripts load sample embeddings </a:t>
            </a:r>
          </a:p>
          <a:p>
            <a:pPr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L2 distance uses </a:t>
            </a:r>
            <a:r>
              <a:rPr lang="en-US">
                <a:latin typeface="Consolas"/>
                <a:ea typeface="+mn-lt"/>
                <a:cs typeface="+mn-lt"/>
              </a:rPr>
              <a:t>&lt;-&gt;</a:t>
            </a:r>
            <a:r>
              <a:rPr lang="en-US" dirty="0">
                <a:ea typeface="+mn-lt"/>
                <a:cs typeface="+mn-lt"/>
              </a:rPr>
              <a:t> </a:t>
            </a:r>
          </a:p>
          <a:p>
            <a:pPr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HNSW speeds up vector search </a:t>
            </a:r>
          </a:p>
          <a:p>
            <a:pPr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Python returns top matches </a:t>
            </a:r>
          </a:p>
          <a:p>
            <a:pPr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F1760F8-5D03-0D1C-BC04-7B5FDD2058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931" y="3224195"/>
            <a:ext cx="8338459" cy="3261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4922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C7448-583C-2483-1FCF-4198F29C8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3E6C1DFE-A682-FA68-64D3-C7C8A2255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745" y="9022"/>
            <a:ext cx="12206742" cy="6845753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  Advantages and Limitations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253FD3-AD90-2398-5522-B3BCBF02BB5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00323" y="210114"/>
            <a:ext cx="605475" cy="365760"/>
          </a:xfrm>
        </p:spPr>
        <p:txBody>
          <a:bodyPr/>
          <a:lstStyle/>
          <a:p>
            <a:fld id="{5E0677F5-4A8A-4BF1-96BE-3BAE8FBAFE2E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A3F9AF-8B20-07A9-AECE-B00894AA6CCA}"/>
              </a:ext>
            </a:extLst>
          </p:cNvPr>
          <p:cNvSpPr txBox="1"/>
          <p:nvPr/>
        </p:nvSpPr>
        <p:spPr>
          <a:xfrm>
            <a:off x="907593" y="2394857"/>
            <a:ext cx="6006191" cy="264687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ea typeface="+mn-lt"/>
                <a:cs typeface="+mn-lt"/>
              </a:rPr>
              <a:t> </a:t>
            </a:r>
            <a:r>
              <a:rPr lang="en-US" sz="2400" b="1">
                <a:solidFill>
                  <a:srgbClr val="FFFFFF"/>
                </a:solidFill>
                <a:ea typeface="+mn-lt"/>
                <a:cs typeface="+mn-lt"/>
              </a:rPr>
              <a:t>Advantages</a:t>
            </a:r>
            <a:endParaRPr lang="en-US" sz="2400" i="1">
              <a:solidFill>
                <a:srgbClr val="FFFFFF"/>
              </a:solidFill>
              <a:ea typeface="+mn-lt"/>
              <a:cs typeface="+mn-lt"/>
            </a:endParaRPr>
          </a:p>
          <a:p>
            <a:endParaRPr lang="en-US" sz="2400" b="1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Works inside PostgreSQL </a:t>
            </a:r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Simple Docker-based setup </a:t>
            </a:r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Supports similarity search </a:t>
            </a:r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Combines SQL and vectors </a:t>
            </a:r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Easy to reproduce </a:t>
            </a:r>
          </a:p>
          <a:p>
            <a:pPr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E96894-C9DE-E0B2-4B79-6493863FD024}"/>
              </a:ext>
            </a:extLst>
          </p:cNvPr>
          <p:cNvSpPr txBox="1"/>
          <p:nvPr/>
        </p:nvSpPr>
        <p:spPr>
          <a:xfrm>
            <a:off x="6653892" y="2454726"/>
            <a:ext cx="8248648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ea typeface="+mn-lt"/>
                <a:cs typeface="+mn-lt"/>
              </a:rPr>
              <a:t> Limitations</a:t>
            </a:r>
            <a:endParaRPr lang="en-US" sz="2400"/>
          </a:p>
          <a:p>
            <a:endParaRPr lang="en-US" sz="2000" b="1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Small demo dataset </a:t>
            </a:r>
            <a:endParaRPr lang="en-US" sz="2000"/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Uses 4D sample vectors </a:t>
            </a:r>
            <a:endParaRPr lang="en-US" sz="2000"/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Not real production embeddings </a:t>
            </a:r>
            <a:endParaRPr lang="en-US" sz="2000"/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Limited scale in this demo </a:t>
            </a:r>
            <a:endParaRPr lang="en-US" sz="2000"/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Approximate search may vary</a:t>
            </a:r>
            <a:endParaRPr lang="en-US" sz="2000"/>
          </a:p>
          <a:p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429256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CB496-ECB7-F8CF-BF25-A19C2BA39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DA9A054F-335C-ED92-7184-B673CC6B8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59" y="-34521"/>
            <a:ext cx="12206742" cy="6845753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      Conclusion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0681B6-2802-1E22-2C43-C0CE1F4372B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00323" y="210114"/>
            <a:ext cx="605475" cy="365760"/>
          </a:xfrm>
        </p:spPr>
        <p:txBody>
          <a:bodyPr/>
          <a:lstStyle/>
          <a:p>
            <a:fld id="{5E0677F5-4A8A-4BF1-96BE-3BAE8FBAFE2E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0FC4B6-D6CC-BFFF-6F08-F58DC2E08B51}"/>
              </a:ext>
            </a:extLst>
          </p:cNvPr>
          <p:cNvSpPr txBox="1"/>
          <p:nvPr/>
        </p:nvSpPr>
        <p:spPr>
          <a:xfrm>
            <a:off x="499379" y="1964871"/>
            <a:ext cx="6006191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Adds vector search to PostgreSQL </a:t>
            </a:r>
          </a:p>
          <a:p>
            <a:pPr marL="285750" indent="-285750">
              <a:buFont typeface="Arial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Supports semantic retrieval </a:t>
            </a:r>
            <a:endParaRPr lang="en-US"/>
          </a:p>
          <a:p>
            <a:pPr marL="285750" indent="-285750">
              <a:buFont typeface="Arial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Integrates with SQL workflows </a:t>
            </a: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n-US" sz="2400" dirty="0"/>
          </a:p>
          <a:p>
            <a:pPr marL="285750" indent="-28575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Easy to demo with Docker and Python </a:t>
            </a:r>
            <a:endParaRPr lang="en-US"/>
          </a:p>
          <a:p>
            <a:pPr marL="285750" indent="-285750">
              <a:buFont typeface="Arial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Useful for applied data engineering </a:t>
            </a:r>
          </a:p>
          <a:p>
            <a:endParaRPr lang="en-US" sz="2400" b="1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7250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72CEF-3E9A-CBD8-4F8A-632572FE5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A0DDDD41-C717-60A3-8BE0-43DAFB0EC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59" y="-34521"/>
            <a:ext cx="12206742" cy="6845753"/>
          </a:xfrm>
        </p:spPr>
        <p:txBody>
          <a:bodyPr/>
          <a:lstStyle/>
          <a:p>
            <a:r>
              <a:rPr lang="en-US"/>
              <a:t>      References 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5A4A52-BED3-6351-C0F4-22C13F212E3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00323" y="210114"/>
            <a:ext cx="605475" cy="365760"/>
          </a:xfrm>
        </p:spPr>
        <p:txBody>
          <a:bodyPr/>
          <a:lstStyle/>
          <a:p>
            <a:fld id="{5E0677F5-4A8A-4BF1-96BE-3BAE8FBAFE2E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F0BA0FC-A9D0-EB53-7BD2-DBDD351C5941}"/>
              </a:ext>
            </a:extLst>
          </p:cNvPr>
          <p:cNvSpPr txBox="1"/>
          <p:nvPr/>
        </p:nvSpPr>
        <p:spPr>
          <a:xfrm>
            <a:off x="178250" y="1926770"/>
            <a:ext cx="6811735" cy="50167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https://www.tigerdata.com/blog/implementing-filtered-semantic-search-using-pgvector-and-javascript-2</a:t>
            </a:r>
          </a:p>
          <a:p>
            <a:pPr marL="285750" indent="-285750">
              <a:buFont typeface="Arial"/>
              <a:buChar char="•"/>
            </a:pPr>
            <a:endParaRPr lang="en-US" sz="20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https://www.blackslate.io/articles/how-to-install-and-configure-pgvector-a-detailed-guide</a:t>
            </a:r>
            <a:br>
              <a:rPr lang="en-US" sz="2000" dirty="0">
                <a:ea typeface="+mn-lt"/>
                <a:cs typeface="+mn-lt"/>
              </a:rPr>
            </a:br>
            <a:endParaRPr lang="en-US" sz="2000" dirty="0"/>
          </a:p>
          <a:p>
            <a:pPr marL="285750" indent="-285750">
              <a:buFont typeface="Arial"/>
              <a:buChar char="•"/>
            </a:pPr>
            <a:endParaRPr lang="en-US" sz="20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https://medium.com/data-and-beyond/sql-vs-vector-databases-choosing-the-right-tool-for-your-ai-powered-application-eb3bef40921b</a:t>
            </a:r>
          </a:p>
          <a:p>
            <a:pPr marL="285750" indent="-285750">
              <a:buFont typeface="Arial"/>
              <a:buChar char="•"/>
            </a:pPr>
            <a:endParaRPr lang="en-US" sz="2000" dirty="0"/>
          </a:p>
          <a:p>
            <a:pPr marL="285750" indent="-28575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https://github.com/pgvector/pgvector</a:t>
            </a:r>
            <a:endParaRPr lang="en-US" sz="2000" dirty="0"/>
          </a:p>
          <a:p>
            <a:pPr marL="285750" indent="-285750">
              <a:buFont typeface="Arial"/>
              <a:buChar char="•"/>
            </a:pPr>
            <a:endParaRPr lang="en-US" sz="20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100" dirty="0">
                <a:ea typeface="+mn-lt"/>
                <a:cs typeface="+mn-lt"/>
              </a:rPr>
              <a:t>GitHub Repository</a:t>
            </a:r>
            <a:r>
              <a:rPr lang="en-US" sz="2000" dirty="0">
                <a:ea typeface="+mn-lt"/>
                <a:cs typeface="+mn-lt"/>
              </a:rPr>
              <a:t>: </a:t>
            </a:r>
            <a:r>
              <a:rPr lang="en-US" sz="2000" dirty="0" err="1">
                <a:ea typeface="+mn-lt"/>
                <a:cs typeface="+mn-lt"/>
              </a:rPr>
              <a:t>ibrahim-bancar</a:t>
            </a:r>
            <a:r>
              <a:rPr lang="en-US" sz="2000" dirty="0">
                <a:ea typeface="+mn-lt"/>
                <a:cs typeface="+mn-lt"/>
              </a:rPr>
              <a:t>/</a:t>
            </a:r>
            <a:r>
              <a:rPr lang="en-US" sz="2000" dirty="0" err="1">
                <a:ea typeface="+mn-lt"/>
                <a:cs typeface="+mn-lt"/>
              </a:rPr>
              <a:t>pgvector</a:t>
            </a:r>
            <a:r>
              <a:rPr lang="en-US" sz="2000" dirty="0">
                <a:ea typeface="+mn-lt"/>
                <a:cs typeface="+mn-lt"/>
              </a:rPr>
              <a:t>-presentation</a:t>
            </a:r>
          </a:p>
          <a:p>
            <a:pPr marL="285750" indent="-285750">
              <a:buFont typeface="Arial"/>
              <a:buChar char="•"/>
            </a:pPr>
            <a:endParaRPr lang="en-US" sz="2000" dirty="0">
              <a:ea typeface="+mn-lt"/>
              <a:cs typeface="+mn-lt"/>
            </a:endParaRPr>
          </a:p>
          <a:p>
            <a:endParaRPr lang="en-US" sz="2000" b="1" dirty="0">
              <a:ea typeface="+mn-lt"/>
              <a:cs typeface="+mn-lt"/>
            </a:endParaRPr>
          </a:p>
        </p:txBody>
      </p:sp>
      <p:pic>
        <p:nvPicPr>
          <p:cNvPr id="3" name="Picture 2" descr="A hand holding an ice cream cone&#10;&#10;AI-generated content may be incorrect.">
            <a:extLst>
              <a:ext uri="{FF2B5EF4-FFF2-40B4-BE49-F238E27FC236}">
                <a16:creationId xmlns:a16="http://schemas.microsoft.com/office/drawing/2014/main" id="{A43C7AC9-6305-F782-5D78-86E202805D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988629" y="3335961"/>
            <a:ext cx="5203372" cy="3473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266662"/>
      </p:ext>
    </p:extLst>
  </p:cSld>
  <p:clrMapOvr>
    <a:masterClrMapping/>
  </p:clrMapOvr>
</p:sld>
</file>

<file path=ppt/theme/theme1.xml><?xml version="1.0" encoding="utf-8"?>
<a:theme xmlns:a="http://schemas.openxmlformats.org/drawingml/2006/main" name="Dark gradient">
  <a:themeElements>
    <a:clrScheme name="dark gradient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_wac_EF_v6" id="{47884C33-930F-4983-8A90-805F27C1336E}" vid="{C24D1BEE-D710-440D-8162-B32A89E9C68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230e9df3-be65-4c73-a93b-d1236ebd677e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ImageTagsTaxHTField xmlns="71af3243-3dd4-4a8d-8c0d-dd76da1f02a5">
      <Terms xmlns="http://schemas.microsoft.com/office/infopath/2007/PartnerControls"/>
    </ImageTagsTaxHTField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83888480-CF61-459A-B049-2565BF1B6C2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C2D0E46-786A-45D3-8CE5-638765D8BA3B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DCDFE19F-3BE8-48B3-9B35-A01B9C3497A7}">
  <ds:schemaRefs>
    <ds:schemaRef ds:uri="http://schemas.microsoft.com/office/2006/metadata/properties"/>
    <ds:schemaRef ds:uri="http://purl.org/dc/elements/1.1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schemas.microsoft.com/sharepoint/v3"/>
    <ds:schemaRef ds:uri="http://www.w3.org/XML/1998/namespace"/>
    <ds:schemaRef ds:uri="http://schemas.microsoft.com/office/2006/documentManagement/types"/>
    <ds:schemaRef ds:uri="71af3243-3dd4-4a8d-8c0d-dd76da1f02a5"/>
    <ds:schemaRef ds:uri="230e9df3-be65-4c73-a93b-d1236ebd677e"/>
    <ds:schemaRef ds:uri="16c05727-aa75-4e4a-9b5f-8a80a1165891"/>
    <ds:schemaRef ds:uri="http://purl.org/dc/terms/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</Words>
  <Application>Microsoft Office PowerPoint</Application>
  <PresentationFormat>Widescreen</PresentationFormat>
  <Paragraphs>4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Dark gradient</vt:lpstr>
      <vt:lpstr>Semantic Similarity Search  in PostgreSQL Using pgvector</vt:lpstr>
      <vt:lpstr>What Is pgvector?</vt:lpstr>
      <vt:lpstr>What Problem Does pgvector Solve?</vt:lpstr>
      <vt:lpstr>Comparison with Alternatives</vt:lpstr>
      <vt:lpstr>Why It Fits Applied Data Engineering</vt:lpstr>
      <vt:lpstr>Demo Setup and Workflow</vt:lpstr>
      <vt:lpstr>  Advantages and Limitations</vt:lpstr>
      <vt:lpstr>      Conclusion</vt:lpstr>
      <vt:lpstr>      References 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258</cp:revision>
  <dcterms:created xsi:type="dcterms:W3CDTF">2026-04-14T08:21:28Z</dcterms:created>
  <dcterms:modified xsi:type="dcterms:W3CDTF">2026-04-26T13:56:17Z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